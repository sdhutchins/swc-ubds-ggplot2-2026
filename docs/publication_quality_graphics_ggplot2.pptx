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3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4.xml" ContentType="application/vnd.openxmlformats-officedocument.theme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  <p:sldMasterId id="2147483780" r:id="rId2"/>
    <p:sldMasterId id="2147483834" r:id="rId3"/>
    <p:sldMasterId id="2147483888" r:id="rId4"/>
    <p:sldMasterId id="2147483942" r:id="rId5"/>
  </p:sldMasterIdLst>
  <p:notesMasterIdLst>
    <p:notesMasterId r:id="rId19"/>
  </p:notesMasterIdLst>
  <p:sldIdLst>
    <p:sldId id="258" r:id="rId6"/>
    <p:sldId id="259" r:id="rId7"/>
    <p:sldId id="269" r:id="rId8"/>
    <p:sldId id="265" r:id="rId9"/>
    <p:sldId id="263" r:id="rId10"/>
    <p:sldId id="276" r:id="rId11"/>
    <p:sldId id="284" r:id="rId12"/>
    <p:sldId id="285" r:id="rId13"/>
    <p:sldId id="286" r:id="rId14"/>
    <p:sldId id="273" r:id="rId15"/>
    <p:sldId id="287" r:id="rId16"/>
    <p:sldId id="288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B37"/>
    <a:srgbClr val="A0B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83"/>
    <p:restoredTop sz="96301"/>
  </p:normalViewPr>
  <p:slideViewPr>
    <p:cSldViewPr snapToGrid="0">
      <p:cViewPr varScale="1">
        <p:scale>
          <a:sx n="93" d="100"/>
          <a:sy n="93" d="100"/>
        </p:scale>
        <p:origin x="248" y="9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BEA20-54C9-5041-9DE6-8263BCF67A53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D29F2-6E40-8A41-9934-3E6D861B68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92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D29F2-6E40-8A41-9934-3E6D861B68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4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BB97-5F40-5E43-BA99-C17908CF1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C90B5-05F6-E146-99B9-81A1689D0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450F0-8B52-394E-BDA2-30D54245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24B9E-AEA1-3D4E-A313-D7AA91FC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2B90D-C152-C944-93A0-1854CEEB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7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3947-2842-E846-AE58-D7953313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062A-7845-E540-8DDB-3E4E4F92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F9384-2DA2-7D41-92D1-3BD104ED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2E70-C6D1-414A-AA62-EC40A79D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CB14-AED4-384B-A613-43D1C848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3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5AC4-55E4-1F4A-9175-8C6076600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FB1B5-B46E-934E-9A04-ABB810813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CC177-839F-9D4D-B5D2-86B5C76D1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6AEAB-B688-FE45-BDDD-B1561A638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2AA82-8BC3-2941-84A4-1F2E828B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9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CC34-20DC-2449-AF83-02E30981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022E-DB69-3E47-947B-C70804A30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7A9BB-4EA1-2744-9B0F-59CA015CD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35C50-8990-FE41-8EA9-7CB28E41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F4A40-B03F-724B-9BB9-E2663B7A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105AF-19EA-3D49-AFD5-4EABB82EA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2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86C2-E203-FC4B-81CE-81D64DAE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8DB90-D6E5-0E4F-BA6A-E0A9FC15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D9B6D-FEE8-8A4D-9321-C147E5A9F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99129-1598-7548-807E-100BAFEB3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CE8E0-9E18-E54E-A418-8F17AE6D8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A38075-5B2A-CB40-80C4-5A448D4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DD0CD-9685-F54A-B646-27674E85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99DA1-F3CD-1743-91FA-94005190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9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7567-BC74-9345-9A59-2113E704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6A08-6539-6E47-B502-ADBC1E0E2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4AB19-0AF3-7541-9DBD-36DC329B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8DE22-F777-A14E-86A3-CECA6CBE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D07DC0-770D-0A4A-9C66-8A701DEE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9474CB-A6EC-AE40-AD50-B032E752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A94ED-D86A-1C40-8511-31C41097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9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7FFF-D30E-B549-8745-D662A0F6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8BE4D-2B2A-D840-96D1-1102B504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A8412-EA7A-874E-B0D3-DA37BCF2E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281E-0675-8D4C-BCB4-46EBE9DB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E5873-4E30-BD41-96DF-60B122FE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54BF6-17E8-8B44-9F5F-5F526E58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5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B9D2-C544-764C-A09B-47B80FC8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D82DD-6EBA-B849-B942-CCEBD0C02E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AC32C-CFE6-7147-9A23-BF296E19F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DB0ED-F769-214D-A420-47745053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696E9-7DE5-614A-9937-3F67C8C9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D3EAB-C2E0-114A-9500-36AB63D1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9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0F5E-EC16-AF41-8E9F-1A7406D6F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CCD24-3202-7047-B3C9-3C60B728D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23F91-0779-2E4E-88D5-18980682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471E-0C06-2541-9DCB-7EF2EBBF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720E8-0A5C-4045-B9BF-72CF5987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8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92791-0FC0-A14D-A7DD-0E0E7A07B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BA16B8-82BE-8842-BDEB-A72718426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98CB5-508C-4D46-932E-4C736EAD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FD546-9BCE-2D43-9E4B-521C06BB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0CD92-7F54-9049-9274-B4EB0649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6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rgbClr val="004B37"/>
                </a:solidFill>
                <a:latin typeface="PT Sans" panose="020B0503020203020204" pitchFamily="34" charset="77"/>
              </a:defRPr>
            </a:lvl1pPr>
          </a:lstStyle>
          <a:p>
            <a:r>
              <a:rPr lang="en-US" dirty="0"/>
              <a:t>Intro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4B37"/>
                </a:solidFill>
                <a:latin typeface="PT Sans" panose="020B0503020203020204" pitchFamily="34" charset="77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 descr="A green logo with white text&#10;&#10;AI-generated content may be incorrect.">
            <a:extLst>
              <a:ext uri="{FF2B5EF4-FFF2-40B4-BE49-F238E27FC236}">
                <a16:creationId xmlns:a16="http://schemas.microsoft.com/office/drawing/2014/main" id="{AA9DCBEF-8DE8-DA3B-6E94-8D74F9971C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55"/>
          <a:stretch>
            <a:fillRect/>
          </a:stretch>
        </p:blipFill>
        <p:spPr>
          <a:xfrm>
            <a:off x="762000" y="845977"/>
            <a:ext cx="2341908" cy="133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50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61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buClr>
                <a:srgbClr val="004B37"/>
              </a:buClr>
              <a:defRPr b="0" i="0">
                <a:solidFill>
                  <a:schemeClr val="tx1"/>
                </a:solidFill>
                <a:latin typeface="PT Sans" panose="020B0503020203020204" pitchFamily="34" charset="77"/>
              </a:defRPr>
            </a:lvl1pPr>
            <a:lvl2pPr>
              <a:lnSpc>
                <a:spcPct val="100000"/>
              </a:lnSpc>
              <a:buClr>
                <a:srgbClr val="004B37"/>
              </a:buClr>
              <a:defRPr b="0" i="0">
                <a:solidFill>
                  <a:schemeClr val="tx1"/>
                </a:solidFill>
                <a:latin typeface="PT Sans" panose="020B0503020203020204" pitchFamily="34" charset="77"/>
              </a:defRPr>
            </a:lvl2pPr>
            <a:lvl3pPr>
              <a:lnSpc>
                <a:spcPct val="100000"/>
              </a:lnSpc>
              <a:buClr>
                <a:srgbClr val="004B37"/>
              </a:buClr>
              <a:defRPr b="0" i="0">
                <a:solidFill>
                  <a:schemeClr val="tx1"/>
                </a:solidFill>
                <a:latin typeface="PT Sans" panose="020B0503020203020204" pitchFamily="34" charset="77"/>
              </a:defRPr>
            </a:lvl3pPr>
            <a:lvl4pPr>
              <a:lnSpc>
                <a:spcPct val="100000"/>
              </a:lnSpc>
              <a:buClr>
                <a:srgbClr val="004B37"/>
              </a:buClr>
              <a:defRPr b="0" i="0">
                <a:solidFill>
                  <a:schemeClr val="tx1"/>
                </a:solidFill>
                <a:latin typeface="PT Sans" panose="020B0503020203020204" pitchFamily="34" charset="77"/>
              </a:defRPr>
            </a:lvl4pPr>
            <a:lvl5pPr>
              <a:lnSpc>
                <a:spcPct val="100000"/>
              </a:lnSpc>
              <a:buClr>
                <a:srgbClr val="004B37"/>
              </a:buClr>
              <a:defRPr b="0" i="0">
                <a:solidFill>
                  <a:schemeClr val="tx1"/>
                </a:solidFill>
                <a:latin typeface="PT Sans" panose="020B0503020203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rgbClr val="004B37"/>
                </a:solidFill>
                <a:latin typeface="PT Sans" panose="020B0503020203020204" pitchFamily="34" charset="77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4B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0" i="0" kern="1200" dirty="0">
                <a:solidFill>
                  <a:schemeClr val="lt1"/>
                </a:solidFill>
                <a:effectLst/>
                <a:latin typeface="FONT AWESOME 6 FREE SOLID" panose="02000903000000000000" pitchFamily="2" charset="0"/>
                <a:ea typeface="+mn-ea"/>
                <a:cs typeface="+mn-cs"/>
              </a:rPr>
              <a:t></a:t>
            </a:r>
            <a:endParaRPr lang="en-US" sz="1400" b="0" i="0" kern="1200" dirty="0">
              <a:solidFill>
                <a:schemeClr val="lt1"/>
              </a:solidFill>
              <a:effectLst/>
              <a:latin typeface="FONT AWESOME 6 FREE SOLID" panose="02000903000000000000" pitchFamily="2" charset="0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9891456" y="6540853"/>
            <a:ext cx="187711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U-BDS. All Rights Reserved.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259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rgbClr val="004B37"/>
                </a:solidFill>
                <a:latin typeface="PT Sans" panose="020B0503020203020204" pitchFamily="34" charset="77"/>
                <a:ea typeface="PT Sans" panose="020B0503020203020204" pitchFamily="34" charset="77"/>
                <a:cs typeface="PT Sans" panose="020B0503020203020204" pitchFamily="34" charset="77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3A1AF-5960-D84C-9B0A-309532AD9D0A}"/>
              </a:ext>
            </a:extLst>
          </p:cNvPr>
          <p:cNvCxnSpPr>
            <a:cxnSpLocks/>
          </p:cNvCxnSpPr>
          <p:nvPr/>
        </p:nvCxnSpPr>
        <p:spPr>
          <a:xfrm>
            <a:off x="6096000" y="2222627"/>
            <a:ext cx="0" cy="3585217"/>
          </a:xfrm>
          <a:prstGeom prst="line">
            <a:avLst/>
          </a:prstGeom>
          <a:ln w="12700">
            <a:solidFill>
              <a:srgbClr val="004B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557325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1pPr>
            <a:lvl2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2pPr>
            <a:lvl3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3pPr>
            <a:lvl4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4pPr>
            <a:lvl5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7322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2"/>
                </a:solidFill>
                <a:latin typeface="PT Sans" panose="020B0503020203020204" pitchFamily="34" charset="77"/>
                <a:ea typeface="PT Sans" panose="020B0503020203020204" pitchFamily="34" charset="77"/>
                <a:cs typeface="PT Sans" panose="020B0503020203020204" pitchFamily="34" charset="77"/>
              </a:defRPr>
            </a:lvl1pPr>
          </a:lstStyle>
          <a:p>
            <a:pPr lvl="0"/>
            <a:r>
              <a:rPr lang="en-US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453917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0">
          <p15:clr>
            <a:srgbClr val="FBAE40"/>
          </p15:clr>
        </p15:guide>
        <p15:guide id="2" pos="339">
          <p15:clr>
            <a:srgbClr val="FBAE40"/>
          </p15:clr>
        </p15:guide>
        <p15:guide id="4" pos="3837">
          <p15:clr>
            <a:srgbClr val="FBAE40"/>
          </p15:clr>
        </p15:guide>
        <p15:guide id="5" pos="7159">
          <p15:clr>
            <a:srgbClr val="FBAE40"/>
          </p15:clr>
        </p15:guide>
        <p15:guide id="6" pos="7225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orient="horz" pos="1372">
          <p15:clr>
            <a:srgbClr val="FBAE40"/>
          </p15:clr>
        </p15:guide>
        <p15:guide id="9" pos="635">
          <p15:clr>
            <a:srgbClr val="FBAE40"/>
          </p15:clr>
        </p15:guide>
        <p15:guide id="10" pos="3549">
          <p15:clr>
            <a:srgbClr val="FBAE40"/>
          </p15:clr>
        </p15:guide>
        <p15:guide id="11" pos="4135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659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1pPr>
            <a:lvl2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2pPr>
            <a:lvl3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3pPr>
            <a:lvl4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4pPr>
            <a:lvl5pPr>
              <a:lnSpc>
                <a:spcPct val="100000"/>
              </a:lnSpc>
              <a:buClr>
                <a:srgbClr val="004B37"/>
              </a:buClr>
              <a:defRPr b="0" i="0">
                <a:latin typeface="PT Sans" panose="020B0503020203020204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rgbClr val="004B37"/>
                </a:solidFill>
                <a:latin typeface="PT Sans" panose="020B0503020203020204" pitchFamily="34" charset="77"/>
              </a:defRPr>
            </a:lvl1pPr>
          </a:lstStyle>
          <a:p>
            <a:r>
              <a:rPr lang="en-US" dirty="0"/>
              <a:t>Title and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4B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kern="1200" dirty="0">
                <a:solidFill>
                  <a:schemeClr val="lt1"/>
                </a:solidFill>
                <a:effectLst/>
                <a:latin typeface="FONT AWESOME 6 FREE SOLID" panose="02000903000000000000" pitchFamily="2" charset="0"/>
                <a:ea typeface="+mn-ea"/>
                <a:cs typeface="+mn-cs"/>
              </a:rPr>
              <a:t></a:t>
            </a:r>
            <a:endParaRPr lang="en-US" sz="1400" b="0" i="0" kern="1200" dirty="0">
              <a:solidFill>
                <a:schemeClr val="lt1"/>
              </a:solidFill>
              <a:effectLst/>
              <a:latin typeface="FONT AWESOME 6 FREE SOLID" panose="02000903000000000000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9897795" y="6533841"/>
            <a:ext cx="187711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U-BDS.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175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36">
          <p15:clr>
            <a:srgbClr val="FBAE40"/>
          </p15:clr>
        </p15:guide>
        <p15:guide id="3" pos="3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3778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70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Gradient">
    <p:bg>
      <p:bgPr>
        <a:solidFill>
          <a:srgbClr val="004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T Sans" panose="020B0503020203020204" pitchFamily="34" charset="77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06851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44">
          <p15:clr>
            <a:srgbClr val="FBAE40"/>
          </p15:clr>
        </p15:guide>
        <p15:guide id="7" pos="62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259724" y="144966"/>
            <a:ext cx="87538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- Monogram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898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24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pos="483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Picture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525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Gradient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0000">
                <a:srgbClr val="328A5E">
                  <a:alpha val="78000"/>
                </a:srgbClr>
              </a:gs>
              <a:gs pos="100000">
                <a:schemeClr val="accent2">
                  <a:lumMod val="60000"/>
                  <a:lumOff val="40000"/>
                  <a:alpha val="60000"/>
                </a:schemeClr>
              </a:gs>
              <a:gs pos="36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 Picture Background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97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51" y="1893768"/>
            <a:ext cx="9149800" cy="3930960"/>
          </a:xfrm>
        </p:spPr>
        <p:txBody>
          <a:bodyPr/>
          <a:lstStyle>
            <a:lvl1pPr marL="457178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914354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2pPr>
            <a:lvl3pPr marL="1257238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3pPr>
            <a:lvl4pPr marL="1714414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4pPr>
            <a:lvl5pPr marL="2171592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553" y="927106"/>
            <a:ext cx="9149799" cy="4500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6E5B7-9C36-8C48-82D2-06CDA969C61C}"/>
              </a:ext>
            </a:extLst>
          </p:cNvPr>
          <p:cNvCxnSpPr>
            <a:cxnSpLocks/>
          </p:cNvCxnSpPr>
          <p:nvPr/>
        </p:nvCxnSpPr>
        <p:spPr>
          <a:xfrm flipH="1">
            <a:off x="762552" y="15960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88AB329A-D2E1-4246-AA52-3B7FD857F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51" y="6066372"/>
            <a:ext cx="2474976" cy="27499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411355" y="5976244"/>
            <a:ext cx="6500999" cy="365125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311540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15">
          <p15:clr>
            <a:srgbClr val="FBAE40"/>
          </p15:clr>
        </p15:guide>
        <p15:guide id="3" orient="horz" pos="1194">
          <p15:clr>
            <a:srgbClr val="FBAE40"/>
          </p15:clr>
        </p15:guide>
        <p15:guide id="4" orient="horz" pos="3973">
          <p15:clr>
            <a:srgbClr val="FBAE40"/>
          </p15:clr>
        </p15:guide>
        <p15:guide id="5" pos="6244">
          <p15:clr>
            <a:srgbClr val="FBAE40"/>
          </p15:clr>
        </p15:guide>
        <p15:guide id="6" orient="horz" pos="5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Two Columns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52764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 baseline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82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78">
          <p15:clr>
            <a:srgbClr val="FBAE40"/>
          </p15:clr>
        </p15:guide>
        <p15:guide id="4" orient="horz" pos="1033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pos="7344">
          <p15:clr>
            <a:srgbClr val="FBAE40"/>
          </p15:clr>
        </p15:guide>
        <p15:guide id="7" pos="3685">
          <p15:clr>
            <a:srgbClr val="FBAE40"/>
          </p15:clr>
        </p15:guide>
        <p15:guide id="8" pos="3999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5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aseline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Three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3113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9861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2407">
          <p15:clr>
            <a:srgbClr val="FBAE40"/>
          </p15:clr>
        </p15:guide>
        <p15:guide id="8" pos="2804">
          <p15:clr>
            <a:srgbClr val="FBAE40"/>
          </p15:clr>
        </p15:guide>
        <p15:guide id="9" pos="4879">
          <p15:clr>
            <a:srgbClr val="FBAE40"/>
          </p15:clr>
        </p15:guide>
        <p15:guide id="10" pos="5269">
          <p15:clr>
            <a:srgbClr val="FBAE40"/>
          </p15:clr>
        </p15:guide>
        <p15:guide id="11" orient="horz" pos="4252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2pPr>
            <a:lvl3pPr marL="914354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3pPr>
            <a:lvl4pPr marL="1371532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4pPr>
            <a:lvl5pPr marL="1828709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15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1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orient="horz" pos="432">
          <p15:clr>
            <a:srgbClr val="FBAE40"/>
          </p15:clr>
        </p15:guide>
        <p15:guide id="7" pos="339">
          <p15:clr>
            <a:srgbClr val="FBAE40"/>
          </p15:clr>
        </p15:guide>
        <p15:guide id="8" pos="1907">
          <p15:clr>
            <a:srgbClr val="FBAE40"/>
          </p15:clr>
        </p15:guide>
        <p15:guide id="9" pos="2152">
          <p15:clr>
            <a:srgbClr val="FBAE40"/>
          </p15:clr>
        </p15:guide>
        <p15:guide id="10" pos="3964">
          <p15:clr>
            <a:srgbClr val="FBAE40"/>
          </p15:clr>
        </p15:guide>
        <p15:guide id="11" pos="5531">
          <p15:clr>
            <a:srgbClr val="FBAE40"/>
          </p15:clr>
        </p15:guide>
        <p15:guide id="12" pos="5777">
          <p15:clr>
            <a:srgbClr val="FBAE40"/>
          </p15:clr>
        </p15:guide>
        <p15:guide id="13" pos="7159">
          <p15:clr>
            <a:srgbClr val="FBAE40"/>
          </p15:clr>
        </p15:guide>
        <p15:guide id="14" pos="7344">
          <p15:clr>
            <a:srgbClr val="FBAE40"/>
          </p15:clr>
        </p15:guide>
        <p15:guide id="15" pos="703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4979776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right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r>
              <a:rPr lang="en-US" dirty="0"/>
              <a:t>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134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40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pos="7159">
          <p15:clr>
            <a:srgbClr val="FBAE40"/>
          </p15:clr>
        </p15:guide>
        <p15:guide id="5" pos="7276">
          <p15:clr>
            <a:srgbClr val="FBAE40"/>
          </p15:clr>
        </p15:guide>
        <p15:guide id="6" pos="4135">
          <p15:clr>
            <a:srgbClr val="FBAE40"/>
          </p15:clr>
        </p15:guide>
        <p15:guide id="7" orient="horz" pos="4024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33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5"/>
            <a:ext cx="11119267" cy="158075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/>
            </a:lvl2pPr>
            <a:lvl3pPr marL="914354" indent="0">
              <a:lnSpc>
                <a:spcPct val="100000"/>
              </a:lnSpc>
              <a:buNone/>
              <a:defRPr/>
            </a:lvl3pPr>
            <a:lvl4pPr marL="1371532" indent="0">
              <a:lnSpc>
                <a:spcPct val="100000"/>
              </a:lnSpc>
              <a:buNone/>
              <a:defRPr/>
            </a:lvl4pPr>
            <a:lvl5pPr marL="1828709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Horizontal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7"/>
            <a:ext cx="12192000" cy="296397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03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159">
          <p15:clr>
            <a:srgbClr val="FBAE40"/>
          </p15:clr>
        </p15:guide>
        <p15:guide id="4" pos="7344">
          <p15:clr>
            <a:srgbClr val="FBAE40"/>
          </p15:clr>
        </p15:guide>
        <p15:guide id="5" pos="7039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orient="horz" pos="2033">
          <p15:clr>
            <a:srgbClr val="FBAE40"/>
          </p15:clr>
        </p15:guide>
        <p15:guide id="9" orient="horz" pos="425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1715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EE52DBA-0B5D-5C4F-BA21-9A50C1ADD9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3" y="1876586"/>
            <a:ext cx="9150351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- Monogram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3" y="4356261"/>
            <a:ext cx="9150351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026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71B4D-8ED0-0B45-92CD-A27082105A38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1987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991">
          <p15:clr>
            <a:srgbClr val="FBAE40"/>
          </p15:clr>
        </p15:guide>
        <p15:guide id="2" pos="483">
          <p15:clr>
            <a:srgbClr val="FBAE40"/>
          </p15:clr>
        </p15:guide>
        <p15:guide id="3" pos="624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5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B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937598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Boss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365" y="1976916"/>
            <a:ext cx="3602311" cy="363569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6597" y="2506679"/>
            <a:ext cx="5545755" cy="339026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6597" y="2904792"/>
            <a:ext cx="5545755" cy="28543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6597" y="3350677"/>
            <a:ext cx="5545755" cy="2261928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4366596" y="238508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41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5">
          <p15:clr>
            <a:srgbClr val="FBAE40"/>
          </p15:clr>
        </p15:guide>
        <p15:guide id="2" pos="6244">
          <p15:clr>
            <a:srgbClr val="FBAE40"/>
          </p15:clr>
        </p15:guide>
        <p15:guide id="3" orient="horz" pos="1499">
          <p15:clr>
            <a:srgbClr val="FBAE40"/>
          </p15:clr>
        </p15:guide>
        <p15:guide id="4" orient="horz" pos="440">
          <p15:clr>
            <a:srgbClr val="FBAE40"/>
          </p15:clr>
        </p15:guide>
        <p15:guide id="5" pos="339">
          <p15:clr>
            <a:srgbClr val="FBAE40"/>
          </p15:clr>
        </p15:guide>
        <p15:guide id="6" orient="horz" pos="4252">
          <p15:clr>
            <a:srgbClr val="FBAE40"/>
          </p15:clr>
        </p15:guide>
        <p15:guide id="7" orient="horz" pos="3532">
          <p15:clr>
            <a:srgbClr val="FBAE40"/>
          </p15:clr>
        </p15:guide>
        <p15:guide id="8" pos="7159">
          <p15:clr>
            <a:srgbClr val="FBAE40"/>
          </p15:clr>
        </p15:guide>
        <p15:guide id="9" orient="horz" pos="1576">
          <p15:clr>
            <a:srgbClr val="FBAE40"/>
          </p15:clr>
        </p15:guide>
        <p15:guide id="10" pos="274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2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298411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Meet the Team - 2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3028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7228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7228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7228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3043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AE08200-0919-354A-B310-E1D281B289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4609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B2B4F39-16C6-E841-B350-5DC46939C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8809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0C973AA0-7B20-DF40-86C2-6C2E1095A8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8809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D3C700E-8DCB-8A43-AE2A-44BE7DEF77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8809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FD2488-DB5A-8246-9846-57E401E9BA55}"/>
              </a:ext>
            </a:extLst>
          </p:cNvPr>
          <p:cNvCxnSpPr>
            <a:cxnSpLocks/>
          </p:cNvCxnSpPr>
          <p:nvPr/>
        </p:nvCxnSpPr>
        <p:spPr>
          <a:xfrm flipH="1">
            <a:off x="814462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5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3812">
          <p15:clr>
            <a:srgbClr val="FBAE40"/>
          </p15:clr>
        </p15:guide>
        <p15:guide id="5" pos="856">
          <p15:clr>
            <a:srgbClr val="FBAE40"/>
          </p15:clr>
        </p15:guide>
        <p15:guide id="6" pos="6827">
          <p15:clr>
            <a:srgbClr val="FBAE40"/>
          </p15:clr>
        </p15:guide>
        <p15:guide id="7" pos="3608">
          <p15:clr>
            <a:srgbClr val="FBAE40"/>
          </p15:clr>
        </p15:guide>
        <p15:guide id="8" pos="4067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159">
          <p15:clr>
            <a:srgbClr val="FBAE40"/>
          </p15:clr>
        </p15:guide>
        <p15:guide id="11" orient="horz" pos="2507">
          <p15:clr>
            <a:srgbClr val="FBAE40"/>
          </p15:clr>
        </p15:guide>
        <p15:guide id="12" orient="horz" pos="258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3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5" y="476722"/>
            <a:ext cx="1061023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- 3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902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814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814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14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2049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018D83C-D9C2-164A-BAA0-1693A29FDD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66041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45E3436-75BA-6C4F-A3AD-0512FCA25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5157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6D1318F-1B29-794A-A5C4-2F2878439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45157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AB2693E-0F42-5943-9CDE-F764D6F16B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45157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F0BD70-16B4-3E45-A3A1-01D7F662B1EF}"/>
              </a:ext>
            </a:extLst>
          </p:cNvPr>
          <p:cNvCxnSpPr>
            <a:cxnSpLocks/>
          </p:cNvCxnSpPr>
          <p:nvPr/>
        </p:nvCxnSpPr>
        <p:spPr>
          <a:xfrm flipH="1">
            <a:off x="5606056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3726E9E4-6602-B84C-B4B2-0A06C5C093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74134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F66B470-33A4-8C40-A0C1-FE0405F739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46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A41CD59-4E6B-FA4F-B0A1-887D849863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2046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63735AA2-BC8E-9945-91B9-5618B63B50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46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468785-BF21-9F4B-8797-82A8D19E9623}"/>
              </a:ext>
            </a:extLst>
          </p:cNvPr>
          <p:cNvCxnSpPr>
            <a:cxnSpLocks/>
          </p:cNvCxnSpPr>
          <p:nvPr/>
        </p:nvCxnSpPr>
        <p:spPr>
          <a:xfrm flipH="1">
            <a:off x="918136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45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252">
          <p15:clr>
            <a:srgbClr val="FBAE40"/>
          </p15:clr>
        </p15:guide>
        <p15:guide id="5" orient="horz" pos="2507">
          <p15:clr>
            <a:srgbClr val="FBAE40"/>
          </p15:clr>
        </p15:guide>
        <p15:guide id="6" orient="horz" pos="2584">
          <p15:clr>
            <a:srgbClr val="FBAE40"/>
          </p15:clr>
        </p15:guide>
        <p15:guide id="7" pos="7023">
          <p15:clr>
            <a:srgbClr val="FBAE40"/>
          </p15:clr>
        </p15:guide>
        <p15:guide id="8" pos="7159">
          <p15:clr>
            <a:srgbClr val="FBAE40"/>
          </p15:clr>
        </p15:guide>
        <p15:guide id="9" pos="5176">
          <p15:clr>
            <a:srgbClr val="FBAE40"/>
          </p15:clr>
        </p15:guide>
        <p15:guide id="10" pos="687">
          <p15:clr>
            <a:srgbClr val="FBAE40"/>
          </p15:clr>
        </p15:guide>
        <p15:guide id="11" pos="2533">
          <p15:clr>
            <a:srgbClr val="FBAE40"/>
          </p15:clr>
        </p15:guide>
        <p15:guide id="12" pos="1601">
          <p15:clr>
            <a:srgbClr val="FBAE40"/>
          </p15:clr>
        </p15:guide>
        <p15:guide id="13" pos="6108">
          <p15:clr>
            <a:srgbClr val="FBAE40"/>
          </p15:clr>
        </p15:guide>
        <p15:guide id="14" orient="horz" pos="432">
          <p15:clr>
            <a:srgbClr val="FBAE40"/>
          </p15:clr>
        </p15:guide>
        <p15:guide id="15" orient="horz" pos="381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5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- 5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8163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8163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163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95398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F1A0F53-E7C2-F847-BBBD-4A9805F308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5927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B481680-9ED9-5F4B-9DBC-8AFFDE9DEE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08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E5F11699-2468-D548-80EB-F0189B19DF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808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6C57E762-522E-DD40-9331-80B0111F9C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808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E1DE42-CB13-524B-A1A4-0658DBEB2E95}"/>
              </a:ext>
            </a:extLst>
          </p:cNvPr>
          <p:cNvCxnSpPr>
            <a:cxnSpLocks/>
          </p:cNvCxnSpPr>
          <p:nvPr/>
        </p:nvCxnSpPr>
        <p:spPr>
          <a:xfrm flipH="1">
            <a:off x="327390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B8145BBC-2BA8-0E41-A2B1-D82CE406F9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0387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D174840-C8B7-DB4F-9862-1CC77E6040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7800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294F2042-0B27-4741-B017-1BD06113BE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7800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8094B37-C635-4F4B-BD71-46406B02D1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7800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C8C11F-1C92-F24A-B4AC-D6EBEBE6E53A}"/>
              </a:ext>
            </a:extLst>
          </p:cNvPr>
          <p:cNvCxnSpPr>
            <a:cxnSpLocks/>
          </p:cNvCxnSpPr>
          <p:nvPr/>
        </p:nvCxnSpPr>
        <p:spPr>
          <a:xfrm flipH="1">
            <a:off x="5593832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148B1993-955A-F849-AEC7-F4BB70CC87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01499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B7D55A6B-6006-B24D-B3C4-C24F157804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499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7DD43118-8AE4-3840-B0F7-3D4A9DAA11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01499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9527BE04-9D0E-4B4D-AD97-C40E3D8F8A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01499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F92F2D-F465-0F46-948D-809D7102C224}"/>
              </a:ext>
            </a:extLst>
          </p:cNvPr>
          <p:cNvCxnSpPr>
            <a:cxnSpLocks/>
          </p:cNvCxnSpPr>
          <p:nvPr/>
        </p:nvCxnSpPr>
        <p:spPr>
          <a:xfrm flipH="1">
            <a:off x="7917324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34E4767E-3447-1F41-A340-7C55E6A9F65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82261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9D338BB9-4D26-4F44-970D-8600E8FF63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2615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330753E-E042-CF45-95CF-2F97180FD9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22615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C2CD3CD8-8E82-4B42-A04F-CF2FC38CF9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2615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20B97F-95CE-E54A-B092-ED9F885DD00B}"/>
              </a:ext>
            </a:extLst>
          </p:cNvPr>
          <p:cNvCxnSpPr>
            <a:cxnSpLocks/>
          </p:cNvCxnSpPr>
          <p:nvPr/>
        </p:nvCxnSpPr>
        <p:spPr>
          <a:xfrm flipH="1">
            <a:off x="10238436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00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355">
          <p15:clr>
            <a:srgbClr val="FBAE40"/>
          </p15:clr>
        </p15:guide>
        <p15:guide id="3" orient="horz" pos="2431">
          <p15:clr>
            <a:srgbClr val="FBAE40"/>
          </p15:clr>
        </p15:guide>
        <p15:guide id="4" orient="horz" pos="3947">
          <p15:clr>
            <a:srgbClr val="FBAE40"/>
          </p15:clr>
        </p15:guide>
        <p15:guide id="5" orient="horz" pos="4252">
          <p15:clr>
            <a:srgbClr val="FBAE40"/>
          </p15:clr>
        </p15:guide>
        <p15:guide id="6" orient="horz" pos="1135">
          <p15:clr>
            <a:srgbClr val="FBAE40"/>
          </p15:clr>
        </p15:guide>
        <p15:guide id="7" pos="339">
          <p15:clr>
            <a:srgbClr val="FBAE40"/>
          </p15:clr>
        </p15:guide>
        <p15:guide id="8" pos="7344">
          <p15:clr>
            <a:srgbClr val="FBAE40"/>
          </p15:clr>
        </p15:guide>
        <p15:guide id="9" pos="7159">
          <p15:clr>
            <a:srgbClr val="FBAE40"/>
          </p15:clr>
        </p15:guide>
        <p15:guide id="10" pos="6184">
          <p15:clr>
            <a:srgbClr val="FBAE40"/>
          </p15:clr>
        </p15:guide>
        <p15:guide id="11" pos="1499">
          <p15:clr>
            <a:srgbClr val="FBAE40"/>
          </p15:clr>
        </p15:guide>
        <p15:guide id="12" pos="1804">
          <p15:clr>
            <a:srgbClr val="FBAE40"/>
          </p15:clr>
        </p15:guide>
        <p15:guide id="13" pos="2956">
          <p15:clr>
            <a:srgbClr val="FBAE40"/>
          </p15:clr>
        </p15:guide>
        <p15:guide id="14" pos="3261">
          <p15:clr>
            <a:srgbClr val="FBAE40"/>
          </p15:clr>
        </p15:guide>
        <p15:guide id="15" pos="4423">
          <p15:clr>
            <a:srgbClr val="FBAE40"/>
          </p15:clr>
        </p15:guide>
        <p15:guide id="16" pos="4727">
          <p15:clr>
            <a:srgbClr val="FBAE40"/>
          </p15:clr>
        </p15:guide>
        <p15:guide id="17" pos="5879">
          <p15:clr>
            <a:srgbClr val="FBAE40"/>
          </p15:clr>
        </p15:guide>
        <p15:guide id="18" pos="7039">
          <p15:clr>
            <a:srgbClr val="FBAE40"/>
          </p15:clr>
        </p15:guide>
        <p15:guide id="19" orient="horz" pos="43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1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48129" y="1660419"/>
            <a:ext cx="6897785" cy="436020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53550" y="1595976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0">
          <p15:clr>
            <a:srgbClr val="FBAE40"/>
          </p15:clr>
        </p15:guide>
        <p15:guide id="2" orient="horz" pos="1033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pos="339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pos="4684">
          <p15:clr>
            <a:srgbClr val="FBAE40"/>
          </p15:clr>
        </p15:guide>
        <p15:guide id="9" pos="4904">
          <p15:clr>
            <a:srgbClr val="FBAE40"/>
          </p15:clr>
        </p15:guide>
        <p15:guide id="10" orient="horz" pos="43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2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54077" y="1645670"/>
            <a:ext cx="6868771" cy="4351336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5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05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pos="715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orient="horz" pos="3778">
          <p15:clr>
            <a:srgbClr val="FBAE40"/>
          </p15:clr>
        </p15:guide>
        <p15:guide id="6" pos="339">
          <p15:clr>
            <a:srgbClr val="FBAE40"/>
          </p15:clr>
        </p15:guide>
        <p15:guide id="7" pos="2771">
          <p15:clr>
            <a:srgbClr val="FBAE40"/>
          </p15:clr>
        </p15:guide>
        <p15:guide id="8" pos="2999">
          <p15:clr>
            <a:srgbClr val="FBAE40"/>
          </p15:clr>
        </p15:guide>
        <p15:guide id="9" pos="7039">
          <p15:clr>
            <a:srgbClr val="FBAE40"/>
          </p15:clr>
        </p15:guide>
        <p15:guide id="10" pos="731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3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776509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Click icon to add </a:t>
            </a:r>
            <a:r>
              <a:rPr lang="en-US" dirty="0" err="1"/>
              <a:t>tableS</a:t>
            </a:r>
            <a:endParaRPr lang="en-US" dirty="0"/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2581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7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22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432">
          <p15:clr>
            <a:srgbClr val="FBAE40"/>
          </p15:clr>
        </p15:guide>
        <p15:guide id="4" orient="horz" pos="3778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pos="7344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792089" y="1645670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0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40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pos="4684">
          <p15:clr>
            <a:srgbClr val="FBAE40"/>
          </p15:clr>
        </p15:guide>
        <p15:guide id="8" pos="4904">
          <p15:clr>
            <a:srgbClr val="FBAE40"/>
          </p15:clr>
        </p15:guide>
        <p15:guide id="9" orient="horz" pos="1033">
          <p15:clr>
            <a:srgbClr val="FBAE40"/>
          </p15:clr>
        </p15:guide>
        <p15:guide id="10" orient="horz" pos="377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96E531A0-92C3-364A-A62C-092C6DA655C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754076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06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1">
          <p15:clr>
            <a:srgbClr val="FBAE40"/>
          </p15:clr>
        </p15:guide>
        <p15:guide id="10" pos="299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3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374F2BC2-8C3A-6249-AB96-BD5ED2EEC0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76511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91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SWOT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927" y="2873929"/>
            <a:ext cx="2358264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178C06-CDE8-6B4D-AE79-44B6A32FB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1073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1553AF-8C1F-B344-9898-52841A7BB9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21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CDFF35E-9476-0E4E-93EF-E59390DAF5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7372" y="2878143"/>
            <a:ext cx="2358269" cy="3119437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65419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2911" y="1990853"/>
            <a:ext cx="2358268" cy="604710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80402" y="1988619"/>
            <a:ext cx="2378201" cy="60694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>
            <a:off x="3201425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CF75A2-1D3C-6246-B540-552A648A25F4}"/>
              </a:ext>
            </a:extLst>
          </p:cNvPr>
          <p:cNvCxnSpPr>
            <a:cxnSpLocks/>
          </p:cNvCxnSpPr>
          <p:nvPr/>
        </p:nvCxnSpPr>
        <p:spPr>
          <a:xfrm>
            <a:off x="6096000" y="1985741"/>
            <a:ext cx="8965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7EAF87-CC91-2A47-8A15-27762B512FBF}"/>
              </a:ext>
            </a:extLst>
          </p:cNvPr>
          <p:cNvCxnSpPr>
            <a:cxnSpLocks/>
          </p:cNvCxnSpPr>
          <p:nvPr/>
        </p:nvCxnSpPr>
        <p:spPr>
          <a:xfrm>
            <a:off x="9005224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4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</a:t>
            </a:r>
            <a:r>
              <a:rPr lang="en-GB" dirty="0">
                <a:latin typeface="Proxima Nova Rg" panose="02000506030000020004" pitchFamily="2" charset="0"/>
              </a:rPr>
              <a:t>apply</a:t>
            </a:r>
            <a:r>
              <a:rPr lang="en-GB" dirty="0"/>
              <a:t>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42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15">
          <p15:clr>
            <a:srgbClr val="FBAE40"/>
          </p15:clr>
        </p15:guide>
        <p15:guide id="2" orient="horz" pos="1813">
          <p15:clr>
            <a:srgbClr val="FBAE40"/>
          </p15:clr>
        </p15:guide>
        <p15:guide id="3" pos="33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9" orient="horz" pos="3778">
          <p15:clr>
            <a:srgbClr val="FBAE40"/>
          </p15:clr>
        </p15:guide>
        <p15:guide id="10" orient="horz" pos="1635">
          <p15:clr>
            <a:srgbClr val="FBAE40"/>
          </p15:clr>
        </p15:guide>
        <p15:guide id="11" orient="horz" pos="1254">
          <p15:clr>
            <a:srgbClr val="FBAE40"/>
          </p15:clr>
        </p15:guide>
        <p15:guide id="12" orient="horz" pos="4252">
          <p15:clr>
            <a:srgbClr val="FBAE40"/>
          </p15:clr>
        </p15:guide>
        <p15:guide id="13" pos="1839">
          <p15:clr>
            <a:srgbClr val="FBAE40"/>
          </p15:clr>
        </p15:guide>
        <p15:guide id="14" pos="2185">
          <p15:clr>
            <a:srgbClr val="FBAE40"/>
          </p15:clr>
        </p15:guide>
        <p15:guide id="15" pos="3668">
          <p15:clr>
            <a:srgbClr val="FBAE40"/>
          </p15:clr>
        </p15:guide>
        <p15:guide id="16" pos="5507">
          <p15:clr>
            <a:srgbClr val="FBAE40"/>
          </p15:clr>
        </p15:guide>
        <p15:guide id="17" pos="584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925972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PEST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8089" y="1882464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887429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927" y="3031847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7927" y="4176265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6360" y="5320684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 flipH="1">
            <a:off x="557927" y="2847664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1AE01-0A53-D74B-8BE4-E6490CE5C583}"/>
              </a:ext>
            </a:extLst>
          </p:cNvPr>
          <p:cNvCxnSpPr>
            <a:cxnSpLocks/>
          </p:cNvCxnSpPr>
          <p:nvPr/>
        </p:nvCxnSpPr>
        <p:spPr>
          <a:xfrm flipH="1">
            <a:off x="557927" y="3999957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5501F-60A1-6745-A84A-F8EC2892729A}"/>
              </a:ext>
            </a:extLst>
          </p:cNvPr>
          <p:cNvCxnSpPr>
            <a:cxnSpLocks/>
          </p:cNvCxnSpPr>
          <p:nvPr/>
        </p:nvCxnSpPr>
        <p:spPr>
          <a:xfrm flipH="1">
            <a:off x="557927" y="5137381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3455D8F-754F-F744-9774-4115CF132E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28089" y="3034757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C42B7F4-16A0-EB4B-9A61-205EEA8D87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28089" y="4179906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5CE8B1B-51DA-AE48-ADBD-6D16542AE6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28089" y="5329959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70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39">
          <p15:clr>
            <a:srgbClr val="FBAE40"/>
          </p15:clr>
        </p15:guide>
        <p15:guide id="2" orient="horz" pos="3837">
          <p15:clr>
            <a:srgbClr val="FBAE40"/>
          </p15:clr>
        </p15:guide>
        <p15:guide id="3" pos="7159">
          <p15:clr>
            <a:srgbClr val="FBAE40"/>
          </p15:clr>
        </p15:guide>
        <p15:guide id="4" pos="339">
          <p15:clr>
            <a:srgbClr val="FBAE40"/>
          </p15:clr>
        </p15:guide>
        <p15:guide id="5" pos="1880">
          <p15:clr>
            <a:srgbClr val="FBAE40"/>
          </p15:clr>
        </p15:guide>
        <p15:guide id="6" pos="2092">
          <p15:clr>
            <a:srgbClr val="FBAE40"/>
          </p15:clr>
        </p15:guide>
        <p15:guide id="7" pos="7344">
          <p15:clr>
            <a:srgbClr val="FBAE40"/>
          </p15:clr>
        </p15:guide>
        <p15:guide id="8" orient="horz" pos="3354">
          <p15:clr>
            <a:srgbClr val="FBAE40"/>
          </p15:clr>
        </p15:guide>
        <p15:guide id="9" orient="horz" pos="3117">
          <p15:clr>
            <a:srgbClr val="FBAE40"/>
          </p15:clr>
        </p15:guide>
        <p15:guide id="10" orient="horz" pos="2634">
          <p15:clr>
            <a:srgbClr val="FBAE40"/>
          </p15:clr>
        </p15:guide>
        <p15:guide id="11" orient="horz" pos="2397">
          <p15:clr>
            <a:srgbClr val="FBAE40"/>
          </p15:clr>
        </p15:guide>
        <p15:guide id="12" orient="horz" pos="1906">
          <p15:clr>
            <a:srgbClr val="FBAE40"/>
          </p15:clr>
        </p15:guide>
        <p15:guide id="13" orient="horz" pos="1677">
          <p15:clr>
            <a:srgbClr val="FBAE40"/>
          </p15:clr>
        </p15:guide>
        <p15:guide id="14" orient="horz" pos="1186">
          <p15:clr>
            <a:srgbClr val="FBAE40"/>
          </p15:clr>
        </p15:guide>
        <p15:guide id="15" orient="horz" pos="432">
          <p15:clr>
            <a:srgbClr val="FBAE40"/>
          </p15:clr>
        </p15:guide>
        <p15:guide id="16" orient="horz" pos="425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nt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6186C-701A-BC45-AC88-392EAFC5B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26592"/>
              </p:ext>
            </p:extLst>
          </p:nvPr>
        </p:nvGraphicFramePr>
        <p:xfrm>
          <a:off x="817760" y="1531933"/>
          <a:ext cx="10837893" cy="4669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5105">
                  <a:extLst>
                    <a:ext uri="{9D8B030D-6E8A-4147-A177-3AD203B41FA5}">
                      <a16:colId xmlns:a16="http://schemas.microsoft.com/office/drawing/2014/main" val="5981043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4168066833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0410059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11855810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63548254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33900521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4059563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49573802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8399602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91852449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56993632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11072268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50500902"/>
                    </a:ext>
                  </a:extLst>
                </a:gridCol>
              </a:tblGrid>
              <a:tr h="618332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Apr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Aug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Sep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Oct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Nov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Dec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971151"/>
                  </a:ext>
                </a:extLst>
              </a:tr>
              <a:tr h="4051430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24781"/>
                  </a:ext>
                </a:extLst>
              </a:tr>
            </a:tbl>
          </a:graphicData>
        </a:graphic>
      </p:graphicFrame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95867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Gantt Chart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884DB4-8724-2444-AC73-01BDA7C1B2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359" y="200990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D305F03-5586-5E4F-81F2-236A9DB36A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81565" y="3052038"/>
            <a:ext cx="3910361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4DB0538-1629-4B42-A56E-318B4C7952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359" y="253136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75659CF-3622-2743-851F-8923DB01AF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89038" y="3574264"/>
            <a:ext cx="298852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B7ABE6A-4FF3-9543-84D7-72D8B9B04E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6359" y="3052812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CE93C9B-BDFA-DA48-9722-93E7AC19B4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60029" y="4102225"/>
            <a:ext cx="7036264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7FE31FF-EFEA-774A-B412-A17BCCF5651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359" y="3574264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06182F5-CA73-9548-8C9E-778C0D79C2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2383" y="4617168"/>
            <a:ext cx="4832196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E7B252-5204-C54B-B2AB-728EAAD287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6359" y="4095716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6352348-FB9A-0C4E-AC97-1B51444891A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81564" y="5138620"/>
            <a:ext cx="5332965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8E1BFD4-3A5E-8641-9D2F-00409E3793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6359" y="5660073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6AA6E42-ABF6-0042-B39E-9D863B855B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1737" y="5660073"/>
            <a:ext cx="645283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A47D090-BD26-A34F-A587-274164E562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6359" y="461716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6E947712-F350-C94B-A96E-F9EF11B0DC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6359" y="513862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55B41E2F-B664-B64E-A6F2-0F2A19DCC05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19706" y="2539082"/>
            <a:ext cx="565738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E61344E7-7C91-2348-832A-A007EEA0A3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868360" y="2011556"/>
            <a:ext cx="4277293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69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905">
          <p15:clr>
            <a:srgbClr val="FBAE40"/>
          </p15:clr>
        </p15:guide>
        <p15:guide id="7" orient="horz" pos="966">
          <p15:clr>
            <a:srgbClr val="FBAE40"/>
          </p15:clr>
        </p15:guide>
        <p15:guide id="8" pos="788">
          <p15:clr>
            <a:srgbClr val="FBAE40"/>
          </p15:clr>
        </p15:guide>
        <p15:guide id="9" orient="horz" pos="4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441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2442410"/>
            <a:ext cx="3420932" cy="3420000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5431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145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38936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23860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438936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823860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4"/>
          <p:cNvSpPr>
            <a:spLocks noGrp="1"/>
          </p:cNvSpPr>
          <p:nvPr>
            <p:ph type="body" sz="quarter" idx="24"/>
          </p:nvPr>
        </p:nvSpPr>
        <p:spPr>
          <a:xfrm>
            <a:off x="438936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4"/>
          <p:cNvSpPr>
            <a:spLocks noGrp="1"/>
          </p:cNvSpPr>
          <p:nvPr>
            <p:ph type="body" sz="quarter" idx="25"/>
          </p:nvPr>
        </p:nvSpPr>
        <p:spPr>
          <a:xfrm>
            <a:off x="823860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14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8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pos="2491">
          <p15:clr>
            <a:srgbClr val="FBAE40"/>
          </p15:clr>
        </p15:guide>
        <p15:guide id="9" pos="2761">
          <p15:clr>
            <a:srgbClr val="FBAE40"/>
          </p15:clr>
        </p15:guide>
        <p15:guide id="10" pos="4921">
          <p15:clr>
            <a:srgbClr val="FBAE40"/>
          </p15:clr>
        </p15:guide>
        <p15:guide id="11" pos="5192">
          <p15:clr>
            <a:srgbClr val="FBAE40"/>
          </p15:clr>
        </p15:guide>
        <p15:guide id="12" orient="horz" pos="425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4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5" name="Triangle 4"/>
            <p:cNvSpPr/>
            <p:nvPr/>
          </p:nvSpPr>
          <p:spPr>
            <a:xfrm rot="5400000">
              <a:off x="6059966" y="1923372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9" name="Group 8"/>
          <p:cNvGrpSpPr/>
          <p:nvPr/>
        </p:nvGrpSpPr>
        <p:grpSpPr>
          <a:xfrm rot="10800000">
            <a:off x="542925" y="3749587"/>
            <a:ext cx="5430947" cy="2287958"/>
            <a:chOff x="6227654" y="1665288"/>
            <a:chExt cx="5430946" cy="2369060"/>
          </a:xfrm>
          <a:solidFill>
            <a:schemeClr val="accent5"/>
          </a:solidFill>
        </p:grpSpPr>
        <p:sp>
          <p:nvSpPr>
            <p:cNvPr id="10" name="Rectangle 9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Triangle 10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12" name="Group 11"/>
          <p:cNvGrpSpPr/>
          <p:nvPr/>
        </p:nvGrpSpPr>
        <p:grpSpPr>
          <a:xfrm rot="10800000">
            <a:off x="6030965" y="3939994"/>
            <a:ext cx="5627639" cy="2097557"/>
            <a:chOff x="542925" y="1665288"/>
            <a:chExt cx="5754191" cy="2170112"/>
          </a:xfrm>
          <a:solidFill>
            <a:schemeClr val="accent2"/>
          </a:solidFill>
        </p:grpSpPr>
        <p:sp>
          <p:nvSpPr>
            <p:cNvPr id="13" name="Rectangle 12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4" name="Triangle 13"/>
            <p:cNvSpPr/>
            <p:nvPr/>
          </p:nvSpPr>
          <p:spPr>
            <a:xfrm rot="5400000">
              <a:off x="6055866" y="1923370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982281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6667009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99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803">
          <p15:clr>
            <a:srgbClr val="FBAE40"/>
          </p15:clr>
        </p15:guide>
        <p15:guide id="4" orient="horz" pos="1050">
          <p15:clr>
            <a:srgbClr val="FBAE40"/>
          </p15:clr>
        </p15:guide>
        <p15:guide id="5" pos="3752">
          <p15:clr>
            <a:srgbClr val="FBAE40"/>
          </p15:clr>
        </p15:guide>
        <p15:guide id="6" pos="3923">
          <p15:clr>
            <a:srgbClr val="FBAE40"/>
          </p15:clr>
        </p15:guide>
        <p15:guide id="7" orient="horz" pos="2482">
          <p15:clr>
            <a:srgbClr val="FBAE40"/>
          </p15:clr>
        </p15:guide>
        <p15:guide id="8" orient="horz" pos="2338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3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7" name="Triangle 26"/>
            <p:cNvSpPr/>
            <p:nvPr/>
          </p:nvSpPr>
          <p:spPr>
            <a:xfrm rot="5400000">
              <a:off x="6059966" y="3318348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6481437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3" name="Rectangle 12"/>
          <p:cNvSpPr/>
          <p:nvPr/>
        </p:nvSpPr>
        <p:spPr>
          <a:xfrm rot="10800000">
            <a:off x="3465029" y="3985545"/>
            <a:ext cx="5430947" cy="20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3904385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riangle 27"/>
          <p:cNvSpPr/>
          <p:nvPr/>
        </p:nvSpPr>
        <p:spPr>
          <a:xfrm>
            <a:off x="5459331" y="3779737"/>
            <a:ext cx="252000" cy="2112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33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795">
          <p15:clr>
            <a:srgbClr val="FBAE40"/>
          </p15:clr>
        </p15:guide>
        <p15:guide id="4" orient="horz" pos="2507">
          <p15:clr>
            <a:srgbClr val="FBAE40"/>
          </p15:clr>
        </p15:guide>
        <p15:guide id="5" orient="horz" pos="2338">
          <p15:clr>
            <a:srgbClr val="FBAE40"/>
          </p15:clr>
        </p15:guide>
        <p15:guide id="6" orient="horz" pos="1050">
          <p15:clr>
            <a:srgbClr val="FBAE40"/>
          </p15:clr>
        </p15:guide>
        <p15:guide id="7" pos="3752">
          <p15:clr>
            <a:srgbClr val="FBAE40"/>
          </p15:clr>
        </p15:guide>
        <p15:guide id="8" pos="3923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  <p15:guide id="11" pos="7344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1 Important + 2 Mi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556057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1652338"/>
            <a:ext cx="5560572" cy="4210073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6436898" y="1652338"/>
            <a:ext cx="5217695" cy="2089484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23"/>
          </p:nvPr>
        </p:nvSpPr>
        <p:spPr>
          <a:xfrm>
            <a:off x="6436898" y="3925554"/>
            <a:ext cx="5217695" cy="2089484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0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pos="3837">
          <p15:clr>
            <a:srgbClr val="FBAE40"/>
          </p15:clr>
        </p15:guide>
        <p15:guide id="4" pos="4057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orient="horz" pos="3786">
          <p15:clr>
            <a:srgbClr val="FBAE40"/>
          </p15:clr>
        </p15:guide>
        <p15:guide id="9" orient="horz" pos="1042">
          <p15:clr>
            <a:srgbClr val="FBAE40"/>
          </p15:clr>
        </p15:guide>
        <p15:guide id="10" orient="horz" pos="2355">
          <p15:clr>
            <a:srgbClr val="FBAE40"/>
          </p15:clr>
        </p15:guide>
        <p15:guide id="11" orient="horz" pos="2473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1 Important + 2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>
            <a:off x="4632161" y="4832685"/>
            <a:ext cx="3725779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36360" y="1652338"/>
            <a:ext cx="4362701" cy="4362701"/>
          </a:xfrm>
          <a:prstGeom prst="ellipse">
            <a:avLst/>
          </a:prstGeom>
          <a:solidFill>
            <a:schemeClr val="accent1"/>
          </a:solidFill>
          <a:effectLst>
            <a:softEdge rad="0"/>
          </a:effectLst>
        </p:spPr>
        <p:txBody>
          <a:bodyPr anchor="ctr">
            <a:noAutofit/>
          </a:bodyPr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b="1">
                <a:solidFill>
                  <a:schemeClr val="bg1"/>
                </a:solidFill>
              </a:defRPr>
            </a:lvl2pPr>
            <a:lvl3pPr marL="914354" indent="0" algn="ctr">
              <a:buNone/>
              <a:defRPr b="1">
                <a:solidFill>
                  <a:schemeClr val="bg1"/>
                </a:solidFill>
              </a:defRPr>
            </a:lvl3pPr>
            <a:lvl4pPr marL="1371532" indent="0" algn="ctr">
              <a:buNone/>
              <a:defRPr b="1">
                <a:solidFill>
                  <a:schemeClr val="bg1"/>
                </a:solidFill>
              </a:defRPr>
            </a:lvl4pPr>
            <a:lvl5pPr marL="1828709" indent="0" algn="ctr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5672093" y="1652338"/>
            <a:ext cx="2605635" cy="26068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8340598" y="3181501"/>
            <a:ext cx="2832231" cy="283354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4632160" y="2851484"/>
            <a:ext cx="1039933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3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6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042">
          <p15:clr>
            <a:srgbClr val="FBAE40"/>
          </p15:clr>
        </p15:guide>
        <p15:guide id="4" pos="3083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orient="horz" pos="43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FEBCC-0D5B-EB4B-83EF-3BC2B129F595}"/>
              </a:ext>
            </a:extLst>
          </p:cNvPr>
          <p:cNvSpPr/>
          <p:nvPr/>
        </p:nvSpPr>
        <p:spPr>
          <a:xfrm>
            <a:off x="762000" y="1781994"/>
            <a:ext cx="10589941" cy="411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3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7785" y="2196775"/>
            <a:ext cx="9638371" cy="3281521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- 1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  <p:sp>
        <p:nvSpPr>
          <p:cNvPr id="1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1" y="1352563"/>
            <a:ext cx="105743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254190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3710">
          <p15:clr>
            <a:srgbClr val="FBAE40"/>
          </p15:clr>
        </p15:guide>
        <p15:guide id="3" pos="714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4" y="2256918"/>
            <a:ext cx="10650536" cy="3571454"/>
          </a:xfrm>
        </p:spPr>
        <p:txBody>
          <a:bodyPr anchor="t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- 2</a:t>
            </a:r>
          </a:p>
        </p:txBody>
      </p:sp>
    </p:spTree>
    <p:extLst>
      <p:ext uri="{BB962C8B-B14F-4D97-AF65-F5344CB8AC3E}">
        <p14:creationId xmlns:p14="http://schemas.microsoft.com/office/powerpoint/2010/main" val="1365641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7192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FE5E2-583D-3440-B3E2-B7A6D31591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5" y="1573213"/>
            <a:ext cx="10585179" cy="4303712"/>
          </a:xfrm>
          <a:solidFill>
            <a:schemeClr val="accent1">
              <a:alpha val="85000"/>
            </a:schemeClr>
          </a:solidFill>
        </p:spPr>
        <p:txBody>
          <a:bodyPr lIns="468000" tIns="468000" rIns="468000" bIns="468000"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 - 3</a:t>
            </a:r>
          </a:p>
        </p:txBody>
      </p:sp>
    </p:spTree>
    <p:extLst>
      <p:ext uri="{BB962C8B-B14F-4D97-AF65-F5344CB8AC3E}">
        <p14:creationId xmlns:p14="http://schemas.microsoft.com/office/powerpoint/2010/main" val="125966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483">
          <p15:clr>
            <a:srgbClr val="FBAE40"/>
          </p15:clr>
        </p15:guide>
        <p15:guide id="3" pos="7141">
          <p15:clr>
            <a:srgbClr val="FBAE40"/>
          </p15:clr>
        </p15:guide>
        <p15:guide id="4" orient="horz" pos="99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119269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7D64EC-DA4C-BA4D-87B3-681A69F456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</a:t>
            </a:r>
          </a:p>
        </p:txBody>
      </p:sp>
    </p:spTree>
    <p:extLst>
      <p:ext uri="{BB962C8B-B14F-4D97-AF65-F5344CB8AC3E}">
        <p14:creationId xmlns:p14="http://schemas.microsoft.com/office/powerpoint/2010/main" val="8871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82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957">
          <p15:clr>
            <a:srgbClr val="FBAE40"/>
          </p15:clr>
        </p15:guide>
        <p15:guide id="5" pos="6717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CFEA6F-993C-48F5-BABF-D2AE4C3AD3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Monogram</a:t>
            </a:r>
          </a:p>
        </p:txBody>
      </p:sp>
    </p:spTree>
    <p:extLst>
      <p:ext uri="{BB962C8B-B14F-4D97-AF65-F5344CB8AC3E}">
        <p14:creationId xmlns:p14="http://schemas.microsoft.com/office/powerpoint/2010/main" val="2941640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4">
          <p15:clr>
            <a:srgbClr val="FBAE40"/>
          </p15:clr>
        </p15:guide>
        <p15:guide id="2" pos="957">
          <p15:clr>
            <a:srgbClr val="FBAE40"/>
          </p15:clr>
        </p15:guide>
        <p15:guide id="3" pos="6727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2651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205B58-DB7E-8244-8533-249ABF49D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C2C5F-A5E4-3C43-ABB2-297B20BE2613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2F1E1E-9164-4ECD-A2F5-BF1183861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2444985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27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orient="horz" pos="3049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pos="949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903D931-FCAA-4277-9747-EAD0E46B91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</a:t>
            </a:r>
          </a:p>
        </p:txBody>
      </p:sp>
    </p:spTree>
    <p:extLst>
      <p:ext uri="{BB962C8B-B14F-4D97-AF65-F5344CB8AC3E}">
        <p14:creationId xmlns:p14="http://schemas.microsoft.com/office/powerpoint/2010/main" val="3275019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>
          <p15:clr>
            <a:srgbClr val="FBAE40"/>
          </p15:clr>
        </p15:guide>
        <p15:guide id="2" orient="horz" pos="3041">
          <p15:clr>
            <a:srgbClr val="FBAE40"/>
          </p15:clr>
        </p15:guide>
        <p15:guide id="3" pos="957">
          <p15:clr>
            <a:srgbClr val="FBAE40"/>
          </p15:clr>
        </p15:guide>
        <p15:guide id="4" orient="horz" pos="2651">
          <p15:clr>
            <a:srgbClr val="FBAE40"/>
          </p15:clr>
        </p15:guide>
        <p15:guide id="5" orient="horz" pos="148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154A64-3E18-4B3A-9175-6FA1501DBE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Monogram</a:t>
            </a:r>
          </a:p>
        </p:txBody>
      </p:sp>
    </p:spTree>
    <p:extLst>
      <p:ext uri="{BB962C8B-B14F-4D97-AF65-F5344CB8AC3E}">
        <p14:creationId xmlns:p14="http://schemas.microsoft.com/office/powerpoint/2010/main" val="22939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>
          <p15:clr>
            <a:srgbClr val="FBAE40"/>
          </p15:clr>
        </p15:guide>
        <p15:guide id="2" orient="horz" pos="1474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949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CF17A1-ED95-1C42-BBA5-445814959C5B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C3496-6102-5741-9EDB-99E97DA03433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C43EA4-87C9-4342-86BE-432233929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3976834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57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pos="6717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4359731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4 Pictures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C77B04A-66B3-FE4F-8CF2-1B1B16B93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11569" y="1762739"/>
            <a:ext cx="3044075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31793" y="1762745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31793" y="4056004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57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820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110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pos="3083">
          <p15:clr>
            <a:srgbClr val="FBAE40"/>
          </p15:clr>
        </p15:guide>
        <p15:guide id="9" pos="3295">
          <p15:clr>
            <a:srgbClr val="FBAE40"/>
          </p15:clr>
        </p15:guide>
        <p15:guide id="10" pos="5209">
          <p15:clr>
            <a:srgbClr val="FBAE40"/>
          </p15:clr>
        </p15:guide>
        <p15:guide id="11" pos="5421">
          <p15:clr>
            <a:srgbClr val="FBAE40"/>
          </p15:clr>
        </p15:guide>
        <p15:guide id="12" orient="horz" pos="2558">
          <p15:clr>
            <a:srgbClr val="FBAE40"/>
          </p15:clr>
        </p15:guide>
        <p15:guide id="13" orient="horz" pos="2380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6 Pictures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96889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6889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67693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61B7A5A-FF1D-0348-9380-8CE01CFD56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67693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22D17D8-E5FE-8342-ACA9-789AE4B3C5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40455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30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0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2558">
          <p15:clr>
            <a:srgbClr val="FBAE40"/>
          </p15:clr>
        </p15:guide>
        <p15:guide id="4" pos="1855">
          <p15:clr>
            <a:srgbClr val="FBAE40"/>
          </p15:clr>
        </p15:guide>
        <p15:guide id="5" pos="2075">
          <p15:clr>
            <a:srgbClr val="FBAE40"/>
          </p15:clr>
        </p15:guide>
        <p15:guide id="6" pos="3736">
          <p15:clr>
            <a:srgbClr val="FBAE40"/>
          </p15:clr>
        </p15:guide>
        <p15:guide id="7" pos="3947">
          <p15:clr>
            <a:srgbClr val="FBAE40"/>
          </p15:clr>
        </p15:guide>
        <p15:guide id="8" pos="5599">
          <p15:clr>
            <a:srgbClr val="FBAE40"/>
          </p15:clr>
        </p15:guide>
        <p15:guide id="9" pos="5819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820">
          <p15:clr>
            <a:srgbClr val="FBAE40"/>
          </p15:clr>
        </p15:guide>
        <p15:guide id="14" orient="horz" pos="4252">
          <p15:clr>
            <a:srgbClr val="FBAE40"/>
          </p15:clr>
        </p15:guide>
        <p15:guide id="15" orient="horz" pos="1110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3" y="476722"/>
            <a:ext cx="1063805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8 Pictures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9760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01563D09-47DF-B74D-8437-7B3126127A3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2822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636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EF87835B-E9A2-5C42-95A4-DE8731A8AD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2822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69969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6450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264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3264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41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380">
          <p15:clr>
            <a:srgbClr val="FBAE40"/>
          </p15:clr>
        </p15:guide>
        <p15:guide id="3" orient="horz" pos="1110">
          <p15:clr>
            <a:srgbClr val="FBAE40"/>
          </p15:clr>
        </p15:guide>
        <p15:guide id="4" orient="horz" pos="3820">
          <p15:clr>
            <a:srgbClr val="FBAE40"/>
          </p15:clr>
        </p15:guide>
        <p15:guide id="5" pos="1991">
          <p15:clr>
            <a:srgbClr val="FBAE40"/>
          </p15:clr>
        </p15:guide>
        <p15:guide id="6" pos="2119">
          <p15:clr>
            <a:srgbClr val="FBAE40"/>
          </p15:clr>
        </p15:guide>
        <p15:guide id="7" pos="3779">
          <p15:clr>
            <a:srgbClr val="FBAE40"/>
          </p15:clr>
        </p15:guide>
        <p15:guide id="8" pos="3905">
          <p15:clr>
            <a:srgbClr val="FBAE40"/>
          </p15:clr>
        </p15:guide>
        <p15:guide id="11" orient="horz" pos="2550">
          <p15:clr>
            <a:srgbClr val="FBAE40"/>
          </p15:clr>
        </p15:guide>
        <p15:guide id="12" pos="7159">
          <p15:clr>
            <a:srgbClr val="FBAE40"/>
          </p15:clr>
        </p15:guide>
        <p15:guide id="13" pos="7344">
          <p15:clr>
            <a:srgbClr val="FBAE40"/>
          </p15:clr>
        </p15:guide>
        <p15:guide id="14" pos="7039">
          <p15:clr>
            <a:srgbClr val="FBAE40"/>
          </p15:clr>
        </p15:guide>
        <p15:guide id="15" orient="horz" pos="4252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1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34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1669">
          <p15:clr>
            <a:srgbClr val="FBAE40"/>
          </p15:clr>
        </p15:guide>
        <p15:guide id="3" pos="813">
          <p15:clr>
            <a:srgbClr val="FBAE40"/>
          </p15:clr>
        </p15:guide>
        <p15:guide id="4" orient="horz" pos="3227">
          <p15:clr>
            <a:srgbClr val="FBAE40"/>
          </p15:clr>
        </p15:guide>
        <p15:guide id="5" orient="horz" pos="2948">
          <p15:clr>
            <a:srgbClr val="FBAE40"/>
          </p15:clr>
        </p15:guide>
        <p15:guide id="6" orient="horz" pos="2812">
          <p15:clr>
            <a:srgbClr val="FBAE40"/>
          </p15:clr>
        </p15:guide>
        <p15:guide id="7" orient="horz" pos="2533">
          <p15:clr>
            <a:srgbClr val="FBAE40"/>
          </p15:clr>
        </p15:guide>
        <p15:guide id="8" orient="horz" pos="2414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1957">
          <p15:clr>
            <a:srgbClr val="FBAE40"/>
          </p15:clr>
        </p15:guide>
        <p15:guide id="11" pos="576">
          <p15:clr>
            <a:srgbClr val="FBAE40"/>
          </p15:clr>
        </p15:guide>
        <p15:guide id="12" pos="7159">
          <p15:clr>
            <a:srgbClr val="FBAE40"/>
          </p15:clr>
        </p15:guide>
        <p15:guide id="13" pos="7039">
          <p15:clr>
            <a:srgbClr val="FBAE40"/>
          </p15:clr>
        </p15:guide>
        <p15:guide id="14" pos="7344">
          <p15:clr>
            <a:srgbClr val="FBAE40"/>
          </p15:clr>
        </p15:guide>
        <p15:guide id="15" orient="horz" pos="4252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3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669">
          <p15:clr>
            <a:srgbClr val="FBAE40"/>
          </p15:clr>
        </p15:guide>
        <p15:guide id="4" orient="horz" pos="1957">
          <p15:clr>
            <a:srgbClr val="FBAE40"/>
          </p15:clr>
        </p15:guide>
        <p15:guide id="5" orient="horz" pos="2126">
          <p15:clr>
            <a:srgbClr val="FBAE40"/>
          </p15:clr>
        </p15:guide>
        <p15:guide id="6" orient="horz" pos="2533">
          <p15:clr>
            <a:srgbClr val="FBAE40"/>
          </p15:clr>
        </p15:guide>
        <p15:guide id="7" orient="horz" pos="2812">
          <p15:clr>
            <a:srgbClr val="FBAE40"/>
          </p15:clr>
        </p15:guide>
        <p15:guide id="8" orient="horz" pos="2948">
          <p15:clr>
            <a:srgbClr val="FBAE40"/>
          </p15:clr>
        </p15:guide>
        <p15:guide id="9" orient="horz" pos="3227">
          <p15:clr>
            <a:srgbClr val="FBAE40"/>
          </p15:clr>
        </p15:guide>
        <p15:guide id="10" pos="584">
          <p15:clr>
            <a:srgbClr val="FBAE40"/>
          </p15:clr>
        </p15:guide>
        <p15:guide id="11" pos="813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440">
          <p15:clr>
            <a:srgbClr val="FBAE40"/>
          </p15:clr>
        </p15:guide>
        <p15:guide id="14" orient="horz" pos="4252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908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50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pos="6243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139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3947-2842-E846-AE58-D7953313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062A-7845-E540-8DDB-3E4E4F92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F9384-2DA2-7D41-92D1-3BD104ED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2E70-C6D1-414A-AA62-EC40A79D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3269" y="6356356"/>
            <a:ext cx="62854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CB14-AED4-384B-A613-43D1C848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4725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Proxima Nova Rg" panose="02000506030000020004" pitchFamily="50" charset="0"/>
              </a:defRPr>
            </a:lvl1pPr>
          </a:lstStyle>
          <a:p>
            <a:r>
              <a:rPr lang="en-US" dirty="0"/>
              <a:t>Intro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Proxima Nova Rg" panose="02000506030000020004" pitchFamily="50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967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259724" y="144966"/>
            <a:ext cx="87538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- Monogram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370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24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pos="483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Picture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725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Gradient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0000">
                <a:srgbClr val="328A5E">
                  <a:alpha val="78000"/>
                </a:srgbClr>
              </a:gs>
              <a:gs pos="100000">
                <a:schemeClr val="accent2">
                  <a:lumMod val="60000"/>
                  <a:lumOff val="40000"/>
                  <a:alpha val="60000"/>
                </a:schemeClr>
              </a:gs>
              <a:gs pos="36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 Picture Background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680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9000">
                <a:schemeClr val="accent3"/>
              </a:gs>
              <a:gs pos="29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588678"/>
            <a:ext cx="12192000" cy="26932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499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44">
          <p15:clr>
            <a:srgbClr val="FBAE40"/>
          </p15:clr>
        </p15:guide>
        <p15:guide id="7" pos="624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51" y="1893768"/>
            <a:ext cx="9149800" cy="3930960"/>
          </a:xfrm>
        </p:spPr>
        <p:txBody>
          <a:bodyPr/>
          <a:lstStyle>
            <a:lvl1pPr marL="457178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914354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2pPr>
            <a:lvl3pPr marL="1257238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3pPr>
            <a:lvl4pPr marL="1714414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4pPr>
            <a:lvl5pPr marL="2171592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553" y="927106"/>
            <a:ext cx="9149799" cy="4500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6E5B7-9C36-8C48-82D2-06CDA969C61C}"/>
              </a:ext>
            </a:extLst>
          </p:cNvPr>
          <p:cNvCxnSpPr>
            <a:cxnSpLocks/>
          </p:cNvCxnSpPr>
          <p:nvPr/>
        </p:nvCxnSpPr>
        <p:spPr>
          <a:xfrm flipH="1">
            <a:off x="762552" y="15960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88AB329A-D2E1-4246-AA52-3B7FD857F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51" y="6066372"/>
            <a:ext cx="2474976" cy="27499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411355" y="5976244"/>
            <a:ext cx="6500999" cy="365125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605692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15">
          <p15:clr>
            <a:srgbClr val="FBAE40"/>
          </p15:clr>
        </p15:guide>
        <p15:guide id="3" orient="horz" pos="1194">
          <p15:clr>
            <a:srgbClr val="FBAE40"/>
          </p15:clr>
        </p15:guide>
        <p15:guide id="4" orient="horz" pos="3973">
          <p15:clr>
            <a:srgbClr val="FBAE40"/>
          </p15:clr>
        </p15:guide>
        <p15:guide id="5" pos="6244">
          <p15:clr>
            <a:srgbClr val="FBAE40"/>
          </p15:clr>
        </p15:guide>
        <p15:guide id="6" orient="horz" pos="584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61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259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3A1AF-5960-D84C-9B0A-309532AD9D0A}"/>
              </a:ext>
            </a:extLst>
          </p:cNvPr>
          <p:cNvCxnSpPr>
            <a:cxnSpLocks/>
          </p:cNvCxnSpPr>
          <p:nvPr/>
        </p:nvCxnSpPr>
        <p:spPr>
          <a:xfrm>
            <a:off x="6096000" y="2222627"/>
            <a:ext cx="0" cy="358521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557325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7322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Objectives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22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0">
          <p15:clr>
            <a:srgbClr val="FBAE40"/>
          </p15:clr>
        </p15:guide>
        <p15:guide id="2" pos="339">
          <p15:clr>
            <a:srgbClr val="FBAE40"/>
          </p15:clr>
        </p15:guide>
        <p15:guide id="4" pos="3837">
          <p15:clr>
            <a:srgbClr val="FBAE40"/>
          </p15:clr>
        </p15:guide>
        <p15:guide id="5" pos="7159">
          <p15:clr>
            <a:srgbClr val="FBAE40"/>
          </p15:clr>
        </p15:guide>
        <p15:guide id="6" pos="7225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orient="horz" pos="1372">
          <p15:clr>
            <a:srgbClr val="FBAE40"/>
          </p15:clr>
        </p15:guide>
        <p15:guide id="9" pos="635">
          <p15:clr>
            <a:srgbClr val="FBAE40"/>
          </p15:clr>
        </p15:guide>
        <p15:guide id="10" pos="3549">
          <p15:clr>
            <a:srgbClr val="FBAE40"/>
          </p15:clr>
        </p15:guide>
        <p15:guide id="11" pos="4135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659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94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36">
          <p15:clr>
            <a:srgbClr val="FBAE40"/>
          </p15:clr>
        </p15:guide>
        <p15:guide id="3" pos="3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3778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7039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Two Columns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52764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 baseline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21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78">
          <p15:clr>
            <a:srgbClr val="FBAE40"/>
          </p15:clr>
        </p15:guide>
        <p15:guide id="4" orient="horz" pos="1033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pos="7344">
          <p15:clr>
            <a:srgbClr val="FBAE40"/>
          </p15:clr>
        </p15:guide>
        <p15:guide id="7" pos="3685">
          <p15:clr>
            <a:srgbClr val="FBAE40"/>
          </p15:clr>
        </p15:guide>
        <p15:guide id="8" pos="3999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5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aseline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Three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3113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9861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5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2407">
          <p15:clr>
            <a:srgbClr val="FBAE40"/>
          </p15:clr>
        </p15:guide>
        <p15:guide id="8" pos="2804">
          <p15:clr>
            <a:srgbClr val="FBAE40"/>
          </p15:clr>
        </p15:guide>
        <p15:guide id="9" pos="4879">
          <p15:clr>
            <a:srgbClr val="FBAE40"/>
          </p15:clr>
        </p15:guide>
        <p15:guide id="10" pos="5269">
          <p15:clr>
            <a:srgbClr val="FBAE40"/>
          </p15:clr>
        </p15:guide>
        <p15:guide id="11" orient="horz" pos="4252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2pPr>
            <a:lvl3pPr marL="914354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3pPr>
            <a:lvl4pPr marL="1371532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4pPr>
            <a:lvl5pPr marL="1828709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64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1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orient="horz" pos="432">
          <p15:clr>
            <a:srgbClr val="FBAE40"/>
          </p15:clr>
        </p15:guide>
        <p15:guide id="7" pos="339">
          <p15:clr>
            <a:srgbClr val="FBAE40"/>
          </p15:clr>
        </p15:guide>
        <p15:guide id="8" pos="1907">
          <p15:clr>
            <a:srgbClr val="FBAE40"/>
          </p15:clr>
        </p15:guide>
        <p15:guide id="9" pos="2152">
          <p15:clr>
            <a:srgbClr val="FBAE40"/>
          </p15:clr>
        </p15:guide>
        <p15:guide id="10" pos="3964">
          <p15:clr>
            <a:srgbClr val="FBAE40"/>
          </p15:clr>
        </p15:guide>
        <p15:guide id="11" pos="5531">
          <p15:clr>
            <a:srgbClr val="FBAE40"/>
          </p15:clr>
        </p15:guide>
        <p15:guide id="12" pos="5777">
          <p15:clr>
            <a:srgbClr val="FBAE40"/>
          </p15:clr>
        </p15:guide>
        <p15:guide id="13" pos="7159">
          <p15:clr>
            <a:srgbClr val="FBAE40"/>
          </p15:clr>
        </p15:guide>
        <p15:guide id="14" pos="7344">
          <p15:clr>
            <a:srgbClr val="FBAE40"/>
          </p15:clr>
        </p15:guide>
        <p15:guide id="15" pos="703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4979776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right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r>
              <a:rPr lang="en-US" dirty="0"/>
              <a:t>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717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5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pos="7159">
          <p15:clr>
            <a:srgbClr val="FBAE40"/>
          </p15:clr>
        </p15:guide>
        <p15:guide id="5" pos="7276">
          <p15:clr>
            <a:srgbClr val="FBAE40"/>
          </p15:clr>
        </p15:guide>
        <p15:guide id="6" pos="4135">
          <p15:clr>
            <a:srgbClr val="FBAE40"/>
          </p15:clr>
        </p15:guide>
        <p15:guide id="7" orient="horz" pos="4024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33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5"/>
            <a:ext cx="11119267" cy="158075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/>
            </a:lvl2pPr>
            <a:lvl3pPr marL="914354" indent="0">
              <a:lnSpc>
                <a:spcPct val="100000"/>
              </a:lnSpc>
              <a:buNone/>
              <a:defRPr/>
            </a:lvl3pPr>
            <a:lvl4pPr marL="1371532" indent="0">
              <a:lnSpc>
                <a:spcPct val="100000"/>
              </a:lnSpc>
              <a:buNone/>
              <a:defRPr/>
            </a:lvl4pPr>
            <a:lvl5pPr marL="1828709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Horizontal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7"/>
            <a:ext cx="12192000" cy="296397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159">
          <p15:clr>
            <a:srgbClr val="FBAE40"/>
          </p15:clr>
        </p15:guide>
        <p15:guide id="4" pos="7344">
          <p15:clr>
            <a:srgbClr val="FBAE40"/>
          </p15:clr>
        </p15:guide>
        <p15:guide id="5" pos="7039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orient="horz" pos="2033">
          <p15:clr>
            <a:srgbClr val="FBAE40"/>
          </p15:clr>
        </p15:guide>
        <p15:guide id="9" orient="horz" pos="425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893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EE52DBA-0B5D-5C4F-BA21-9A50C1ADD9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3" y="1876586"/>
            <a:ext cx="9150351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- Monogram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3" y="4356261"/>
            <a:ext cx="9150351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450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71B4D-8ED0-0B45-92CD-A27082105A38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337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991">
          <p15:clr>
            <a:srgbClr val="FBAE40"/>
          </p15:clr>
        </p15:guide>
        <p15:guide id="2" pos="483">
          <p15:clr>
            <a:srgbClr val="FBAE40"/>
          </p15:clr>
        </p15:guide>
        <p15:guide id="3" pos="624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53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B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937598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Boss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365" y="1976916"/>
            <a:ext cx="3602311" cy="363569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6597" y="2506679"/>
            <a:ext cx="5545755" cy="339026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6597" y="2904792"/>
            <a:ext cx="5545755" cy="28543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6597" y="3350677"/>
            <a:ext cx="5545755" cy="2261928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4366596" y="238508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3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5">
          <p15:clr>
            <a:srgbClr val="FBAE40"/>
          </p15:clr>
        </p15:guide>
        <p15:guide id="2" pos="6244">
          <p15:clr>
            <a:srgbClr val="FBAE40"/>
          </p15:clr>
        </p15:guide>
        <p15:guide id="3" orient="horz" pos="1499">
          <p15:clr>
            <a:srgbClr val="FBAE40"/>
          </p15:clr>
        </p15:guide>
        <p15:guide id="4" orient="horz" pos="440">
          <p15:clr>
            <a:srgbClr val="FBAE40"/>
          </p15:clr>
        </p15:guide>
        <p15:guide id="5" pos="339">
          <p15:clr>
            <a:srgbClr val="FBAE40"/>
          </p15:clr>
        </p15:guide>
        <p15:guide id="6" orient="horz" pos="4252">
          <p15:clr>
            <a:srgbClr val="FBAE40"/>
          </p15:clr>
        </p15:guide>
        <p15:guide id="7" orient="horz" pos="3532">
          <p15:clr>
            <a:srgbClr val="FBAE40"/>
          </p15:clr>
        </p15:guide>
        <p15:guide id="8" pos="7159">
          <p15:clr>
            <a:srgbClr val="FBAE40"/>
          </p15:clr>
        </p15:guide>
        <p15:guide id="9" orient="horz" pos="1576">
          <p15:clr>
            <a:srgbClr val="FBAE40"/>
          </p15:clr>
        </p15:guide>
        <p15:guide id="10" pos="2743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2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298411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Meet the Team - 2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3028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7228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7228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7228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3043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AE08200-0919-354A-B310-E1D281B289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4609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B2B4F39-16C6-E841-B350-5DC46939C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8809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0C973AA0-7B20-DF40-86C2-6C2E1095A8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8809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D3C700E-8DCB-8A43-AE2A-44BE7DEF77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8809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FD2488-DB5A-8246-9846-57E401E9BA55}"/>
              </a:ext>
            </a:extLst>
          </p:cNvPr>
          <p:cNvCxnSpPr>
            <a:cxnSpLocks/>
          </p:cNvCxnSpPr>
          <p:nvPr/>
        </p:nvCxnSpPr>
        <p:spPr>
          <a:xfrm flipH="1">
            <a:off x="814462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5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3812">
          <p15:clr>
            <a:srgbClr val="FBAE40"/>
          </p15:clr>
        </p15:guide>
        <p15:guide id="5" pos="856">
          <p15:clr>
            <a:srgbClr val="FBAE40"/>
          </p15:clr>
        </p15:guide>
        <p15:guide id="6" pos="6827">
          <p15:clr>
            <a:srgbClr val="FBAE40"/>
          </p15:clr>
        </p15:guide>
        <p15:guide id="7" pos="3608">
          <p15:clr>
            <a:srgbClr val="FBAE40"/>
          </p15:clr>
        </p15:guide>
        <p15:guide id="8" pos="4067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159">
          <p15:clr>
            <a:srgbClr val="FBAE40"/>
          </p15:clr>
        </p15:guide>
        <p15:guide id="11" orient="horz" pos="2507">
          <p15:clr>
            <a:srgbClr val="FBAE40"/>
          </p15:clr>
        </p15:guide>
        <p15:guide id="12" orient="horz" pos="2584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3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5" y="476722"/>
            <a:ext cx="1061023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- 3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902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814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814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14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2049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018D83C-D9C2-164A-BAA0-1693A29FDD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66041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45E3436-75BA-6C4F-A3AD-0512FCA25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5157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6D1318F-1B29-794A-A5C4-2F2878439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45157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AB2693E-0F42-5943-9CDE-F764D6F16B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45157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F0BD70-16B4-3E45-A3A1-01D7F662B1EF}"/>
              </a:ext>
            </a:extLst>
          </p:cNvPr>
          <p:cNvCxnSpPr>
            <a:cxnSpLocks/>
          </p:cNvCxnSpPr>
          <p:nvPr/>
        </p:nvCxnSpPr>
        <p:spPr>
          <a:xfrm flipH="1">
            <a:off x="5606056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3726E9E4-6602-B84C-B4B2-0A06C5C093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74134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F66B470-33A4-8C40-A0C1-FE0405F739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46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A41CD59-4E6B-FA4F-B0A1-887D849863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2046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63735AA2-BC8E-9945-91B9-5618B63B50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46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468785-BF21-9F4B-8797-82A8D19E9623}"/>
              </a:ext>
            </a:extLst>
          </p:cNvPr>
          <p:cNvCxnSpPr>
            <a:cxnSpLocks/>
          </p:cNvCxnSpPr>
          <p:nvPr/>
        </p:nvCxnSpPr>
        <p:spPr>
          <a:xfrm flipH="1">
            <a:off x="918136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94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252">
          <p15:clr>
            <a:srgbClr val="FBAE40"/>
          </p15:clr>
        </p15:guide>
        <p15:guide id="5" orient="horz" pos="2507">
          <p15:clr>
            <a:srgbClr val="FBAE40"/>
          </p15:clr>
        </p15:guide>
        <p15:guide id="6" orient="horz" pos="2584">
          <p15:clr>
            <a:srgbClr val="FBAE40"/>
          </p15:clr>
        </p15:guide>
        <p15:guide id="7" pos="7023">
          <p15:clr>
            <a:srgbClr val="FBAE40"/>
          </p15:clr>
        </p15:guide>
        <p15:guide id="8" pos="7159">
          <p15:clr>
            <a:srgbClr val="FBAE40"/>
          </p15:clr>
        </p15:guide>
        <p15:guide id="9" pos="5176">
          <p15:clr>
            <a:srgbClr val="FBAE40"/>
          </p15:clr>
        </p15:guide>
        <p15:guide id="10" pos="687">
          <p15:clr>
            <a:srgbClr val="FBAE40"/>
          </p15:clr>
        </p15:guide>
        <p15:guide id="11" pos="2533">
          <p15:clr>
            <a:srgbClr val="FBAE40"/>
          </p15:clr>
        </p15:guide>
        <p15:guide id="12" pos="1601">
          <p15:clr>
            <a:srgbClr val="FBAE40"/>
          </p15:clr>
        </p15:guide>
        <p15:guide id="13" pos="6108">
          <p15:clr>
            <a:srgbClr val="FBAE40"/>
          </p15:clr>
        </p15:guide>
        <p15:guide id="14" orient="horz" pos="432">
          <p15:clr>
            <a:srgbClr val="FBAE40"/>
          </p15:clr>
        </p15:guide>
        <p15:guide id="15" orient="horz" pos="381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5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- 5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8163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8163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163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95398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F1A0F53-E7C2-F847-BBBD-4A9805F308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5927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B481680-9ED9-5F4B-9DBC-8AFFDE9DEE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08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E5F11699-2468-D548-80EB-F0189B19DF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808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6C57E762-522E-DD40-9331-80B0111F9C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808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E1DE42-CB13-524B-A1A4-0658DBEB2E95}"/>
              </a:ext>
            </a:extLst>
          </p:cNvPr>
          <p:cNvCxnSpPr>
            <a:cxnSpLocks/>
          </p:cNvCxnSpPr>
          <p:nvPr/>
        </p:nvCxnSpPr>
        <p:spPr>
          <a:xfrm flipH="1">
            <a:off x="327390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B8145BBC-2BA8-0E41-A2B1-D82CE406F9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0387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D174840-C8B7-DB4F-9862-1CC77E6040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7800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294F2042-0B27-4741-B017-1BD06113BE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7800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8094B37-C635-4F4B-BD71-46406B02D1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7800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C8C11F-1C92-F24A-B4AC-D6EBEBE6E53A}"/>
              </a:ext>
            </a:extLst>
          </p:cNvPr>
          <p:cNvCxnSpPr>
            <a:cxnSpLocks/>
          </p:cNvCxnSpPr>
          <p:nvPr/>
        </p:nvCxnSpPr>
        <p:spPr>
          <a:xfrm flipH="1">
            <a:off x="5593832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148B1993-955A-F849-AEC7-F4BB70CC87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01499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B7D55A6B-6006-B24D-B3C4-C24F157804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499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7DD43118-8AE4-3840-B0F7-3D4A9DAA11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01499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9527BE04-9D0E-4B4D-AD97-C40E3D8F8A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01499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F92F2D-F465-0F46-948D-809D7102C224}"/>
              </a:ext>
            </a:extLst>
          </p:cNvPr>
          <p:cNvCxnSpPr>
            <a:cxnSpLocks/>
          </p:cNvCxnSpPr>
          <p:nvPr/>
        </p:nvCxnSpPr>
        <p:spPr>
          <a:xfrm flipH="1">
            <a:off x="7917324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34E4767E-3447-1F41-A340-7C55E6A9F65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82261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9D338BB9-4D26-4F44-970D-8600E8FF63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2615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330753E-E042-CF45-95CF-2F97180FD9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22615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C2CD3CD8-8E82-4B42-A04F-CF2FC38CF9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2615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20B97F-95CE-E54A-B092-ED9F885DD00B}"/>
              </a:ext>
            </a:extLst>
          </p:cNvPr>
          <p:cNvCxnSpPr>
            <a:cxnSpLocks/>
          </p:cNvCxnSpPr>
          <p:nvPr/>
        </p:nvCxnSpPr>
        <p:spPr>
          <a:xfrm flipH="1">
            <a:off x="10238436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99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355">
          <p15:clr>
            <a:srgbClr val="FBAE40"/>
          </p15:clr>
        </p15:guide>
        <p15:guide id="3" orient="horz" pos="2431">
          <p15:clr>
            <a:srgbClr val="FBAE40"/>
          </p15:clr>
        </p15:guide>
        <p15:guide id="4" orient="horz" pos="3947">
          <p15:clr>
            <a:srgbClr val="FBAE40"/>
          </p15:clr>
        </p15:guide>
        <p15:guide id="5" orient="horz" pos="4252">
          <p15:clr>
            <a:srgbClr val="FBAE40"/>
          </p15:clr>
        </p15:guide>
        <p15:guide id="6" orient="horz" pos="1135">
          <p15:clr>
            <a:srgbClr val="FBAE40"/>
          </p15:clr>
        </p15:guide>
        <p15:guide id="7" pos="339">
          <p15:clr>
            <a:srgbClr val="FBAE40"/>
          </p15:clr>
        </p15:guide>
        <p15:guide id="8" pos="7344">
          <p15:clr>
            <a:srgbClr val="FBAE40"/>
          </p15:clr>
        </p15:guide>
        <p15:guide id="9" pos="7159">
          <p15:clr>
            <a:srgbClr val="FBAE40"/>
          </p15:clr>
        </p15:guide>
        <p15:guide id="10" pos="6184">
          <p15:clr>
            <a:srgbClr val="FBAE40"/>
          </p15:clr>
        </p15:guide>
        <p15:guide id="11" pos="1499">
          <p15:clr>
            <a:srgbClr val="FBAE40"/>
          </p15:clr>
        </p15:guide>
        <p15:guide id="12" pos="1804">
          <p15:clr>
            <a:srgbClr val="FBAE40"/>
          </p15:clr>
        </p15:guide>
        <p15:guide id="13" pos="2956">
          <p15:clr>
            <a:srgbClr val="FBAE40"/>
          </p15:clr>
        </p15:guide>
        <p15:guide id="14" pos="3261">
          <p15:clr>
            <a:srgbClr val="FBAE40"/>
          </p15:clr>
        </p15:guide>
        <p15:guide id="15" pos="4423">
          <p15:clr>
            <a:srgbClr val="FBAE40"/>
          </p15:clr>
        </p15:guide>
        <p15:guide id="16" pos="4727">
          <p15:clr>
            <a:srgbClr val="FBAE40"/>
          </p15:clr>
        </p15:guide>
        <p15:guide id="17" pos="5879">
          <p15:clr>
            <a:srgbClr val="FBAE40"/>
          </p15:clr>
        </p15:guide>
        <p15:guide id="18" pos="7039">
          <p15:clr>
            <a:srgbClr val="FBAE40"/>
          </p15:clr>
        </p15:guide>
        <p15:guide id="19" orient="horz" pos="43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1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48129" y="1660419"/>
            <a:ext cx="6897785" cy="436020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53550" y="1595976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66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0">
          <p15:clr>
            <a:srgbClr val="FBAE40"/>
          </p15:clr>
        </p15:guide>
        <p15:guide id="2" orient="horz" pos="1033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pos="339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pos="4684">
          <p15:clr>
            <a:srgbClr val="FBAE40"/>
          </p15:clr>
        </p15:guide>
        <p15:guide id="9" pos="4904">
          <p15:clr>
            <a:srgbClr val="FBAE40"/>
          </p15:clr>
        </p15:guide>
        <p15:guide id="10" orient="horz" pos="432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2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54077" y="1645670"/>
            <a:ext cx="6868771" cy="4351336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5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pos="715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orient="horz" pos="3778">
          <p15:clr>
            <a:srgbClr val="FBAE40"/>
          </p15:clr>
        </p15:guide>
        <p15:guide id="6" pos="339">
          <p15:clr>
            <a:srgbClr val="FBAE40"/>
          </p15:clr>
        </p15:guide>
        <p15:guide id="7" pos="2771">
          <p15:clr>
            <a:srgbClr val="FBAE40"/>
          </p15:clr>
        </p15:guide>
        <p15:guide id="8" pos="2999">
          <p15:clr>
            <a:srgbClr val="FBAE40"/>
          </p15:clr>
        </p15:guide>
        <p15:guide id="9" pos="7039">
          <p15:clr>
            <a:srgbClr val="FBAE40"/>
          </p15:clr>
        </p15:guide>
        <p15:guide id="10" pos="7319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3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776509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Click icon to add </a:t>
            </a:r>
            <a:r>
              <a:rPr lang="en-US" dirty="0" err="1"/>
              <a:t>tableS</a:t>
            </a:r>
            <a:endParaRPr lang="en-US" dirty="0"/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2581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7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60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432">
          <p15:clr>
            <a:srgbClr val="FBAE40"/>
          </p15:clr>
        </p15:guide>
        <p15:guide id="4" orient="horz" pos="3778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pos="7344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792089" y="1645670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0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39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pos="4684">
          <p15:clr>
            <a:srgbClr val="FBAE40"/>
          </p15:clr>
        </p15:guide>
        <p15:guide id="8" pos="4904">
          <p15:clr>
            <a:srgbClr val="FBAE40"/>
          </p15:clr>
        </p15:guide>
        <p15:guide id="9" orient="horz" pos="1033">
          <p15:clr>
            <a:srgbClr val="FBAE40"/>
          </p15:clr>
        </p15:guide>
        <p15:guide id="10" orient="horz" pos="3778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96E531A0-92C3-364A-A62C-092C6DA655C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754076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219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1">
          <p15:clr>
            <a:srgbClr val="FBAE40"/>
          </p15:clr>
        </p15:guide>
        <p15:guide id="10" pos="2999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3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374F2BC2-8C3A-6249-AB96-BD5ED2EEC0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76511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8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SWOT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927" y="2873929"/>
            <a:ext cx="2358264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178C06-CDE8-6B4D-AE79-44B6A32FB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1073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1553AF-8C1F-B344-9898-52841A7BB9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21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CDFF35E-9476-0E4E-93EF-E59390DAF5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7372" y="2878143"/>
            <a:ext cx="2358269" cy="3119437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65419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2911" y="1990853"/>
            <a:ext cx="2358268" cy="604710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80402" y="1988619"/>
            <a:ext cx="2378201" cy="60694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>
            <a:off x="3201425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CF75A2-1D3C-6246-B540-552A648A25F4}"/>
              </a:ext>
            </a:extLst>
          </p:cNvPr>
          <p:cNvCxnSpPr>
            <a:cxnSpLocks/>
          </p:cNvCxnSpPr>
          <p:nvPr/>
        </p:nvCxnSpPr>
        <p:spPr>
          <a:xfrm>
            <a:off x="6096000" y="1985741"/>
            <a:ext cx="8965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7EAF87-CC91-2A47-8A15-27762B512FBF}"/>
              </a:ext>
            </a:extLst>
          </p:cNvPr>
          <p:cNvCxnSpPr>
            <a:cxnSpLocks/>
          </p:cNvCxnSpPr>
          <p:nvPr/>
        </p:nvCxnSpPr>
        <p:spPr>
          <a:xfrm>
            <a:off x="9005224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4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</a:t>
            </a:r>
            <a:r>
              <a:rPr lang="en-GB" dirty="0">
                <a:latin typeface="Proxima Nova Rg" panose="02000506030000020004" pitchFamily="2" charset="0"/>
              </a:rPr>
              <a:t>apply</a:t>
            </a:r>
            <a:r>
              <a:rPr lang="en-GB" dirty="0"/>
              <a:t>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28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15">
          <p15:clr>
            <a:srgbClr val="FBAE40"/>
          </p15:clr>
        </p15:guide>
        <p15:guide id="2" orient="horz" pos="1813">
          <p15:clr>
            <a:srgbClr val="FBAE40"/>
          </p15:clr>
        </p15:guide>
        <p15:guide id="3" pos="33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9" orient="horz" pos="3778">
          <p15:clr>
            <a:srgbClr val="FBAE40"/>
          </p15:clr>
        </p15:guide>
        <p15:guide id="10" orient="horz" pos="1635">
          <p15:clr>
            <a:srgbClr val="FBAE40"/>
          </p15:clr>
        </p15:guide>
        <p15:guide id="11" orient="horz" pos="1254">
          <p15:clr>
            <a:srgbClr val="FBAE40"/>
          </p15:clr>
        </p15:guide>
        <p15:guide id="12" orient="horz" pos="4252">
          <p15:clr>
            <a:srgbClr val="FBAE40"/>
          </p15:clr>
        </p15:guide>
        <p15:guide id="13" pos="1839">
          <p15:clr>
            <a:srgbClr val="FBAE40"/>
          </p15:clr>
        </p15:guide>
        <p15:guide id="14" pos="2185">
          <p15:clr>
            <a:srgbClr val="FBAE40"/>
          </p15:clr>
        </p15:guide>
        <p15:guide id="15" pos="3668">
          <p15:clr>
            <a:srgbClr val="FBAE40"/>
          </p15:clr>
        </p15:guide>
        <p15:guide id="16" pos="5507">
          <p15:clr>
            <a:srgbClr val="FBAE40"/>
          </p15:clr>
        </p15:guide>
        <p15:guide id="17" pos="5845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925972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PEST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8089" y="1882464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887429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927" y="3031847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7927" y="4176265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6360" y="5320684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 flipH="1">
            <a:off x="557927" y="2847664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1AE01-0A53-D74B-8BE4-E6490CE5C583}"/>
              </a:ext>
            </a:extLst>
          </p:cNvPr>
          <p:cNvCxnSpPr>
            <a:cxnSpLocks/>
          </p:cNvCxnSpPr>
          <p:nvPr/>
        </p:nvCxnSpPr>
        <p:spPr>
          <a:xfrm flipH="1">
            <a:off x="557927" y="3999957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5501F-60A1-6745-A84A-F8EC2892729A}"/>
              </a:ext>
            </a:extLst>
          </p:cNvPr>
          <p:cNvCxnSpPr>
            <a:cxnSpLocks/>
          </p:cNvCxnSpPr>
          <p:nvPr/>
        </p:nvCxnSpPr>
        <p:spPr>
          <a:xfrm flipH="1">
            <a:off x="557927" y="5137381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3455D8F-754F-F744-9774-4115CF132E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28089" y="3034757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C42B7F4-16A0-EB4B-9A61-205EEA8D87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28089" y="4179906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5CE8B1B-51DA-AE48-ADBD-6D16542AE6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28089" y="5329959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29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39">
          <p15:clr>
            <a:srgbClr val="FBAE40"/>
          </p15:clr>
        </p15:guide>
        <p15:guide id="2" orient="horz" pos="3837">
          <p15:clr>
            <a:srgbClr val="FBAE40"/>
          </p15:clr>
        </p15:guide>
        <p15:guide id="3" pos="7159">
          <p15:clr>
            <a:srgbClr val="FBAE40"/>
          </p15:clr>
        </p15:guide>
        <p15:guide id="4" pos="339">
          <p15:clr>
            <a:srgbClr val="FBAE40"/>
          </p15:clr>
        </p15:guide>
        <p15:guide id="5" pos="1880">
          <p15:clr>
            <a:srgbClr val="FBAE40"/>
          </p15:clr>
        </p15:guide>
        <p15:guide id="6" pos="2092">
          <p15:clr>
            <a:srgbClr val="FBAE40"/>
          </p15:clr>
        </p15:guide>
        <p15:guide id="7" pos="7344">
          <p15:clr>
            <a:srgbClr val="FBAE40"/>
          </p15:clr>
        </p15:guide>
        <p15:guide id="8" orient="horz" pos="3354">
          <p15:clr>
            <a:srgbClr val="FBAE40"/>
          </p15:clr>
        </p15:guide>
        <p15:guide id="9" orient="horz" pos="3117">
          <p15:clr>
            <a:srgbClr val="FBAE40"/>
          </p15:clr>
        </p15:guide>
        <p15:guide id="10" orient="horz" pos="2634">
          <p15:clr>
            <a:srgbClr val="FBAE40"/>
          </p15:clr>
        </p15:guide>
        <p15:guide id="11" orient="horz" pos="2397">
          <p15:clr>
            <a:srgbClr val="FBAE40"/>
          </p15:clr>
        </p15:guide>
        <p15:guide id="12" orient="horz" pos="1906">
          <p15:clr>
            <a:srgbClr val="FBAE40"/>
          </p15:clr>
        </p15:guide>
        <p15:guide id="13" orient="horz" pos="1677">
          <p15:clr>
            <a:srgbClr val="FBAE40"/>
          </p15:clr>
        </p15:guide>
        <p15:guide id="14" orient="horz" pos="1186">
          <p15:clr>
            <a:srgbClr val="FBAE40"/>
          </p15:clr>
        </p15:guide>
        <p15:guide id="15" orient="horz" pos="432">
          <p15:clr>
            <a:srgbClr val="FBAE40"/>
          </p15:clr>
        </p15:guide>
        <p15:guide id="16" orient="horz" pos="425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nt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6186C-701A-BC45-AC88-392EAFC5B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26592"/>
              </p:ext>
            </p:extLst>
          </p:nvPr>
        </p:nvGraphicFramePr>
        <p:xfrm>
          <a:off x="817760" y="1531933"/>
          <a:ext cx="10837893" cy="4669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5105">
                  <a:extLst>
                    <a:ext uri="{9D8B030D-6E8A-4147-A177-3AD203B41FA5}">
                      <a16:colId xmlns:a16="http://schemas.microsoft.com/office/drawing/2014/main" val="5981043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4168066833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0410059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11855810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63548254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33900521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4059563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49573802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8399602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91852449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56993632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11072268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50500902"/>
                    </a:ext>
                  </a:extLst>
                </a:gridCol>
              </a:tblGrid>
              <a:tr h="618332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Apr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Aug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Sep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Oct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Nov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Dec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971151"/>
                  </a:ext>
                </a:extLst>
              </a:tr>
              <a:tr h="4051430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24781"/>
                  </a:ext>
                </a:extLst>
              </a:tr>
            </a:tbl>
          </a:graphicData>
        </a:graphic>
      </p:graphicFrame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95867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Gantt Chart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884DB4-8724-2444-AC73-01BDA7C1B2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359" y="200990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D305F03-5586-5E4F-81F2-236A9DB36A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81565" y="3052038"/>
            <a:ext cx="3910361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4DB0538-1629-4B42-A56E-318B4C7952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359" y="253136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75659CF-3622-2743-851F-8923DB01AF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89038" y="3574264"/>
            <a:ext cx="298852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B7ABE6A-4FF3-9543-84D7-72D8B9B04E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6359" y="3052812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CE93C9B-BDFA-DA48-9722-93E7AC19B4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60029" y="4102225"/>
            <a:ext cx="7036264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7FE31FF-EFEA-774A-B412-A17BCCF5651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359" y="3574264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06182F5-CA73-9548-8C9E-778C0D79C2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2383" y="4617168"/>
            <a:ext cx="4832196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E7B252-5204-C54B-B2AB-728EAAD287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6359" y="4095716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6352348-FB9A-0C4E-AC97-1B51444891A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81564" y="5138620"/>
            <a:ext cx="5332965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8E1BFD4-3A5E-8641-9D2F-00409E3793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6359" y="5660073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6AA6E42-ABF6-0042-B39E-9D863B855B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1737" y="5660073"/>
            <a:ext cx="645283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A47D090-BD26-A34F-A587-274164E562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6359" y="461716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6E947712-F350-C94B-A96E-F9EF11B0DC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6359" y="513862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55B41E2F-B664-B64E-A6F2-0F2A19DCC05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19706" y="2539082"/>
            <a:ext cx="565738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E61344E7-7C91-2348-832A-A007EEA0A3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868360" y="2011556"/>
            <a:ext cx="4277293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14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905">
          <p15:clr>
            <a:srgbClr val="FBAE40"/>
          </p15:clr>
        </p15:guide>
        <p15:guide id="7" orient="horz" pos="966">
          <p15:clr>
            <a:srgbClr val="FBAE40"/>
          </p15:clr>
        </p15:guide>
        <p15:guide id="8" pos="788">
          <p15:clr>
            <a:srgbClr val="FBAE40"/>
          </p15:clr>
        </p15:guide>
        <p15:guide id="9" orient="horz" pos="4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217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2442410"/>
            <a:ext cx="3420932" cy="3420000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5431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145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38936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23860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438936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823860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4"/>
          <p:cNvSpPr>
            <a:spLocks noGrp="1"/>
          </p:cNvSpPr>
          <p:nvPr>
            <p:ph type="body" sz="quarter" idx="24"/>
          </p:nvPr>
        </p:nvSpPr>
        <p:spPr>
          <a:xfrm>
            <a:off x="438936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4"/>
          <p:cNvSpPr>
            <a:spLocks noGrp="1"/>
          </p:cNvSpPr>
          <p:nvPr>
            <p:ph type="body" sz="quarter" idx="25"/>
          </p:nvPr>
        </p:nvSpPr>
        <p:spPr>
          <a:xfrm>
            <a:off x="823860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13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8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pos="2491">
          <p15:clr>
            <a:srgbClr val="FBAE40"/>
          </p15:clr>
        </p15:guide>
        <p15:guide id="9" pos="2761">
          <p15:clr>
            <a:srgbClr val="FBAE40"/>
          </p15:clr>
        </p15:guide>
        <p15:guide id="10" pos="4921">
          <p15:clr>
            <a:srgbClr val="FBAE40"/>
          </p15:clr>
        </p15:guide>
        <p15:guide id="11" pos="5192">
          <p15:clr>
            <a:srgbClr val="FBAE40"/>
          </p15:clr>
        </p15:guide>
        <p15:guide id="12" orient="horz" pos="4252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4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5" name="Triangle 4"/>
            <p:cNvSpPr/>
            <p:nvPr/>
          </p:nvSpPr>
          <p:spPr>
            <a:xfrm rot="5400000">
              <a:off x="6059966" y="1923372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9" name="Group 8"/>
          <p:cNvGrpSpPr/>
          <p:nvPr/>
        </p:nvGrpSpPr>
        <p:grpSpPr>
          <a:xfrm rot="10800000">
            <a:off x="542925" y="3749587"/>
            <a:ext cx="5430947" cy="2287958"/>
            <a:chOff x="6227654" y="1665288"/>
            <a:chExt cx="5430946" cy="2369060"/>
          </a:xfrm>
          <a:solidFill>
            <a:schemeClr val="accent5"/>
          </a:solidFill>
        </p:grpSpPr>
        <p:sp>
          <p:nvSpPr>
            <p:cNvPr id="10" name="Rectangle 9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Triangle 10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12" name="Group 11"/>
          <p:cNvGrpSpPr/>
          <p:nvPr/>
        </p:nvGrpSpPr>
        <p:grpSpPr>
          <a:xfrm rot="10800000">
            <a:off x="6030965" y="3939994"/>
            <a:ext cx="5627639" cy="2097557"/>
            <a:chOff x="542925" y="1665288"/>
            <a:chExt cx="5754191" cy="2170112"/>
          </a:xfrm>
          <a:solidFill>
            <a:schemeClr val="accent2"/>
          </a:solidFill>
        </p:grpSpPr>
        <p:sp>
          <p:nvSpPr>
            <p:cNvPr id="13" name="Rectangle 12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4" name="Triangle 13"/>
            <p:cNvSpPr/>
            <p:nvPr/>
          </p:nvSpPr>
          <p:spPr>
            <a:xfrm rot="5400000">
              <a:off x="6055866" y="1923370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982281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6667009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6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803">
          <p15:clr>
            <a:srgbClr val="FBAE40"/>
          </p15:clr>
        </p15:guide>
        <p15:guide id="4" orient="horz" pos="1050">
          <p15:clr>
            <a:srgbClr val="FBAE40"/>
          </p15:clr>
        </p15:guide>
        <p15:guide id="5" pos="3752">
          <p15:clr>
            <a:srgbClr val="FBAE40"/>
          </p15:clr>
        </p15:guide>
        <p15:guide id="6" pos="3923">
          <p15:clr>
            <a:srgbClr val="FBAE40"/>
          </p15:clr>
        </p15:guide>
        <p15:guide id="7" orient="horz" pos="2482">
          <p15:clr>
            <a:srgbClr val="FBAE40"/>
          </p15:clr>
        </p15:guide>
        <p15:guide id="8" orient="horz" pos="2338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3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7" name="Triangle 26"/>
            <p:cNvSpPr/>
            <p:nvPr/>
          </p:nvSpPr>
          <p:spPr>
            <a:xfrm rot="5400000">
              <a:off x="6059966" y="3318348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6481437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3" name="Rectangle 12"/>
          <p:cNvSpPr/>
          <p:nvPr/>
        </p:nvSpPr>
        <p:spPr>
          <a:xfrm rot="10800000">
            <a:off x="3465029" y="3985545"/>
            <a:ext cx="5430947" cy="20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3904385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riangle 27"/>
          <p:cNvSpPr/>
          <p:nvPr/>
        </p:nvSpPr>
        <p:spPr>
          <a:xfrm>
            <a:off x="5459331" y="3779737"/>
            <a:ext cx="252000" cy="2112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75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795">
          <p15:clr>
            <a:srgbClr val="FBAE40"/>
          </p15:clr>
        </p15:guide>
        <p15:guide id="4" orient="horz" pos="2507">
          <p15:clr>
            <a:srgbClr val="FBAE40"/>
          </p15:clr>
        </p15:guide>
        <p15:guide id="5" orient="horz" pos="2338">
          <p15:clr>
            <a:srgbClr val="FBAE40"/>
          </p15:clr>
        </p15:guide>
        <p15:guide id="6" orient="horz" pos="1050">
          <p15:clr>
            <a:srgbClr val="FBAE40"/>
          </p15:clr>
        </p15:guide>
        <p15:guide id="7" pos="3752">
          <p15:clr>
            <a:srgbClr val="FBAE40"/>
          </p15:clr>
        </p15:guide>
        <p15:guide id="8" pos="3923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  <p15:guide id="11" pos="7344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1 Important + 2 Mi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556057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1652338"/>
            <a:ext cx="5560572" cy="4210073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6436898" y="1652338"/>
            <a:ext cx="5217695" cy="2089484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23"/>
          </p:nvPr>
        </p:nvSpPr>
        <p:spPr>
          <a:xfrm>
            <a:off x="6436898" y="3925554"/>
            <a:ext cx="5217695" cy="2089484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97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pos="3837">
          <p15:clr>
            <a:srgbClr val="FBAE40"/>
          </p15:clr>
        </p15:guide>
        <p15:guide id="4" pos="4057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orient="horz" pos="3786">
          <p15:clr>
            <a:srgbClr val="FBAE40"/>
          </p15:clr>
        </p15:guide>
        <p15:guide id="9" orient="horz" pos="1042">
          <p15:clr>
            <a:srgbClr val="FBAE40"/>
          </p15:clr>
        </p15:guide>
        <p15:guide id="10" orient="horz" pos="2355">
          <p15:clr>
            <a:srgbClr val="FBAE40"/>
          </p15:clr>
        </p15:guide>
        <p15:guide id="11" orient="horz" pos="2473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1 Important + 2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>
            <a:off x="4632161" y="4832685"/>
            <a:ext cx="3725779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36360" y="1652338"/>
            <a:ext cx="4362701" cy="4362701"/>
          </a:xfrm>
          <a:prstGeom prst="ellipse">
            <a:avLst/>
          </a:prstGeom>
          <a:solidFill>
            <a:schemeClr val="accent1"/>
          </a:solidFill>
          <a:effectLst>
            <a:softEdge rad="0"/>
          </a:effectLst>
        </p:spPr>
        <p:txBody>
          <a:bodyPr anchor="ctr">
            <a:noAutofit/>
          </a:bodyPr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b="1">
                <a:solidFill>
                  <a:schemeClr val="bg1"/>
                </a:solidFill>
              </a:defRPr>
            </a:lvl2pPr>
            <a:lvl3pPr marL="914354" indent="0" algn="ctr">
              <a:buNone/>
              <a:defRPr b="1">
                <a:solidFill>
                  <a:schemeClr val="bg1"/>
                </a:solidFill>
              </a:defRPr>
            </a:lvl3pPr>
            <a:lvl4pPr marL="1371532" indent="0" algn="ctr">
              <a:buNone/>
              <a:defRPr b="1">
                <a:solidFill>
                  <a:schemeClr val="bg1"/>
                </a:solidFill>
              </a:defRPr>
            </a:lvl4pPr>
            <a:lvl5pPr marL="1828709" indent="0" algn="ctr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5672093" y="1652338"/>
            <a:ext cx="2605635" cy="26068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8340598" y="3181501"/>
            <a:ext cx="2832231" cy="283354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4632160" y="2851484"/>
            <a:ext cx="1039933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24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6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042">
          <p15:clr>
            <a:srgbClr val="FBAE40"/>
          </p15:clr>
        </p15:guide>
        <p15:guide id="4" pos="3083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orient="horz" pos="432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FEBCC-0D5B-EB4B-83EF-3BC2B129F595}"/>
              </a:ext>
            </a:extLst>
          </p:cNvPr>
          <p:cNvSpPr/>
          <p:nvPr/>
        </p:nvSpPr>
        <p:spPr>
          <a:xfrm>
            <a:off x="762000" y="1781994"/>
            <a:ext cx="10589941" cy="411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3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7785" y="2196775"/>
            <a:ext cx="9638371" cy="3281521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- 1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  <p:sp>
        <p:nvSpPr>
          <p:cNvPr id="1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1" y="1352563"/>
            <a:ext cx="105743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738491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3710">
          <p15:clr>
            <a:srgbClr val="FBAE40"/>
          </p15:clr>
        </p15:guide>
        <p15:guide id="3" pos="714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4" y="2256918"/>
            <a:ext cx="10650536" cy="3571454"/>
          </a:xfrm>
        </p:spPr>
        <p:txBody>
          <a:bodyPr anchor="t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- 2</a:t>
            </a:r>
          </a:p>
        </p:txBody>
      </p:sp>
    </p:spTree>
    <p:extLst>
      <p:ext uri="{BB962C8B-B14F-4D97-AF65-F5344CB8AC3E}">
        <p14:creationId xmlns:p14="http://schemas.microsoft.com/office/powerpoint/2010/main" val="3146973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7192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FE5E2-583D-3440-B3E2-B7A6D31591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5" y="1573213"/>
            <a:ext cx="10585179" cy="4303712"/>
          </a:xfrm>
          <a:solidFill>
            <a:schemeClr val="accent1">
              <a:alpha val="85000"/>
            </a:schemeClr>
          </a:solidFill>
        </p:spPr>
        <p:txBody>
          <a:bodyPr lIns="468000" tIns="468000" rIns="468000" bIns="468000"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 - 3</a:t>
            </a:r>
          </a:p>
        </p:txBody>
      </p:sp>
    </p:spTree>
    <p:extLst>
      <p:ext uri="{BB962C8B-B14F-4D97-AF65-F5344CB8AC3E}">
        <p14:creationId xmlns:p14="http://schemas.microsoft.com/office/powerpoint/2010/main" val="3465683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483">
          <p15:clr>
            <a:srgbClr val="FBAE40"/>
          </p15:clr>
        </p15:guide>
        <p15:guide id="3" pos="7141">
          <p15:clr>
            <a:srgbClr val="FBAE40"/>
          </p15:clr>
        </p15:guide>
        <p15:guide id="4" orient="horz" pos="99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119269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7D64EC-DA4C-BA4D-87B3-681A69F456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</a:t>
            </a:r>
          </a:p>
        </p:txBody>
      </p:sp>
    </p:spTree>
    <p:extLst>
      <p:ext uri="{BB962C8B-B14F-4D97-AF65-F5344CB8AC3E}">
        <p14:creationId xmlns:p14="http://schemas.microsoft.com/office/powerpoint/2010/main" val="1929737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82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957">
          <p15:clr>
            <a:srgbClr val="FBAE40"/>
          </p15:clr>
        </p15:guide>
        <p15:guide id="5" pos="6717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CFEA6F-993C-48F5-BABF-D2AE4C3AD3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Monogram</a:t>
            </a:r>
          </a:p>
        </p:txBody>
      </p:sp>
    </p:spTree>
    <p:extLst>
      <p:ext uri="{BB962C8B-B14F-4D97-AF65-F5344CB8AC3E}">
        <p14:creationId xmlns:p14="http://schemas.microsoft.com/office/powerpoint/2010/main" val="108908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4">
          <p15:clr>
            <a:srgbClr val="FBAE40"/>
          </p15:clr>
        </p15:guide>
        <p15:guide id="2" pos="957">
          <p15:clr>
            <a:srgbClr val="FBAE40"/>
          </p15:clr>
        </p15:guide>
        <p15:guide id="3" pos="6727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2651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205B58-DB7E-8244-8533-249ABF49D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C2C5F-A5E4-3C43-ABB2-297B20BE2613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2F1E1E-9164-4ECD-A2F5-BF1183861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2477874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27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orient="horz" pos="3049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pos="949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903D931-FCAA-4277-9747-EAD0E46B91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</a:t>
            </a:r>
          </a:p>
        </p:txBody>
      </p:sp>
    </p:spTree>
    <p:extLst>
      <p:ext uri="{BB962C8B-B14F-4D97-AF65-F5344CB8AC3E}">
        <p14:creationId xmlns:p14="http://schemas.microsoft.com/office/powerpoint/2010/main" val="1853106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>
          <p15:clr>
            <a:srgbClr val="FBAE40"/>
          </p15:clr>
        </p15:guide>
        <p15:guide id="2" orient="horz" pos="3041">
          <p15:clr>
            <a:srgbClr val="FBAE40"/>
          </p15:clr>
        </p15:guide>
        <p15:guide id="3" pos="957">
          <p15:clr>
            <a:srgbClr val="FBAE40"/>
          </p15:clr>
        </p15:guide>
        <p15:guide id="4" orient="horz" pos="2651">
          <p15:clr>
            <a:srgbClr val="FBAE40"/>
          </p15:clr>
        </p15:guide>
        <p15:guide id="5" orient="horz" pos="1482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154A64-3E18-4B3A-9175-6FA1501DBE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Monogram</a:t>
            </a:r>
          </a:p>
        </p:txBody>
      </p:sp>
    </p:spTree>
    <p:extLst>
      <p:ext uri="{BB962C8B-B14F-4D97-AF65-F5344CB8AC3E}">
        <p14:creationId xmlns:p14="http://schemas.microsoft.com/office/powerpoint/2010/main" val="1369838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>
          <p15:clr>
            <a:srgbClr val="FBAE40"/>
          </p15:clr>
        </p15:guide>
        <p15:guide id="2" orient="horz" pos="1474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949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CF17A1-ED95-1C42-BBA5-445814959C5B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C3496-6102-5741-9EDB-99E97DA03433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C43EA4-87C9-4342-86BE-432233929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7890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57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pos="6717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4359731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4 Pictures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C77B04A-66B3-FE4F-8CF2-1B1B16B93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11569" y="1762739"/>
            <a:ext cx="3044075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31793" y="1762745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31793" y="4056004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03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820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110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pos="3083">
          <p15:clr>
            <a:srgbClr val="FBAE40"/>
          </p15:clr>
        </p15:guide>
        <p15:guide id="9" pos="3295">
          <p15:clr>
            <a:srgbClr val="FBAE40"/>
          </p15:clr>
        </p15:guide>
        <p15:guide id="10" pos="5209">
          <p15:clr>
            <a:srgbClr val="FBAE40"/>
          </p15:clr>
        </p15:guide>
        <p15:guide id="11" pos="5421">
          <p15:clr>
            <a:srgbClr val="FBAE40"/>
          </p15:clr>
        </p15:guide>
        <p15:guide id="12" orient="horz" pos="2558">
          <p15:clr>
            <a:srgbClr val="FBAE40"/>
          </p15:clr>
        </p15:guide>
        <p15:guide id="13" orient="horz" pos="2380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6 Pictures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96889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6889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67693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61B7A5A-FF1D-0348-9380-8CE01CFD56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67693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22D17D8-E5FE-8342-ACA9-789AE4B3C5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40455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36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0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2558">
          <p15:clr>
            <a:srgbClr val="FBAE40"/>
          </p15:clr>
        </p15:guide>
        <p15:guide id="4" pos="1855">
          <p15:clr>
            <a:srgbClr val="FBAE40"/>
          </p15:clr>
        </p15:guide>
        <p15:guide id="5" pos="2075">
          <p15:clr>
            <a:srgbClr val="FBAE40"/>
          </p15:clr>
        </p15:guide>
        <p15:guide id="6" pos="3736">
          <p15:clr>
            <a:srgbClr val="FBAE40"/>
          </p15:clr>
        </p15:guide>
        <p15:guide id="7" pos="3947">
          <p15:clr>
            <a:srgbClr val="FBAE40"/>
          </p15:clr>
        </p15:guide>
        <p15:guide id="8" pos="5599">
          <p15:clr>
            <a:srgbClr val="FBAE40"/>
          </p15:clr>
        </p15:guide>
        <p15:guide id="9" pos="5819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820">
          <p15:clr>
            <a:srgbClr val="FBAE40"/>
          </p15:clr>
        </p15:guide>
        <p15:guide id="14" orient="horz" pos="4252">
          <p15:clr>
            <a:srgbClr val="FBAE40"/>
          </p15:clr>
        </p15:guide>
        <p15:guide id="15" orient="horz" pos="1110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3" y="476722"/>
            <a:ext cx="1063805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8 Pictures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9760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01563D09-47DF-B74D-8437-7B3126127A3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2822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636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EF87835B-E9A2-5C42-95A4-DE8731A8AD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2822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69969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6450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264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3264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06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380">
          <p15:clr>
            <a:srgbClr val="FBAE40"/>
          </p15:clr>
        </p15:guide>
        <p15:guide id="3" orient="horz" pos="1110">
          <p15:clr>
            <a:srgbClr val="FBAE40"/>
          </p15:clr>
        </p15:guide>
        <p15:guide id="4" orient="horz" pos="3820">
          <p15:clr>
            <a:srgbClr val="FBAE40"/>
          </p15:clr>
        </p15:guide>
        <p15:guide id="5" pos="1991">
          <p15:clr>
            <a:srgbClr val="FBAE40"/>
          </p15:clr>
        </p15:guide>
        <p15:guide id="6" pos="2119">
          <p15:clr>
            <a:srgbClr val="FBAE40"/>
          </p15:clr>
        </p15:guide>
        <p15:guide id="7" pos="3779">
          <p15:clr>
            <a:srgbClr val="FBAE40"/>
          </p15:clr>
        </p15:guide>
        <p15:guide id="8" pos="3905">
          <p15:clr>
            <a:srgbClr val="FBAE40"/>
          </p15:clr>
        </p15:guide>
        <p15:guide id="11" orient="horz" pos="2550">
          <p15:clr>
            <a:srgbClr val="FBAE40"/>
          </p15:clr>
        </p15:guide>
        <p15:guide id="12" pos="7159">
          <p15:clr>
            <a:srgbClr val="FBAE40"/>
          </p15:clr>
        </p15:guide>
        <p15:guide id="13" pos="7344">
          <p15:clr>
            <a:srgbClr val="FBAE40"/>
          </p15:clr>
        </p15:guide>
        <p15:guide id="14" pos="7039">
          <p15:clr>
            <a:srgbClr val="FBAE40"/>
          </p15:clr>
        </p15:guide>
        <p15:guide id="15" orient="horz" pos="4252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1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92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1669">
          <p15:clr>
            <a:srgbClr val="FBAE40"/>
          </p15:clr>
        </p15:guide>
        <p15:guide id="3" pos="813">
          <p15:clr>
            <a:srgbClr val="FBAE40"/>
          </p15:clr>
        </p15:guide>
        <p15:guide id="4" orient="horz" pos="3227">
          <p15:clr>
            <a:srgbClr val="FBAE40"/>
          </p15:clr>
        </p15:guide>
        <p15:guide id="5" orient="horz" pos="2948">
          <p15:clr>
            <a:srgbClr val="FBAE40"/>
          </p15:clr>
        </p15:guide>
        <p15:guide id="6" orient="horz" pos="2812">
          <p15:clr>
            <a:srgbClr val="FBAE40"/>
          </p15:clr>
        </p15:guide>
        <p15:guide id="7" orient="horz" pos="2533">
          <p15:clr>
            <a:srgbClr val="FBAE40"/>
          </p15:clr>
        </p15:guide>
        <p15:guide id="8" orient="horz" pos="2414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1957">
          <p15:clr>
            <a:srgbClr val="FBAE40"/>
          </p15:clr>
        </p15:guide>
        <p15:guide id="11" pos="576">
          <p15:clr>
            <a:srgbClr val="FBAE40"/>
          </p15:clr>
        </p15:guide>
        <p15:guide id="12" pos="7159">
          <p15:clr>
            <a:srgbClr val="FBAE40"/>
          </p15:clr>
        </p15:guide>
        <p15:guide id="13" pos="7039">
          <p15:clr>
            <a:srgbClr val="FBAE40"/>
          </p15:clr>
        </p15:guide>
        <p15:guide id="14" pos="7344">
          <p15:clr>
            <a:srgbClr val="FBAE40"/>
          </p15:clr>
        </p15:guide>
        <p15:guide id="15" orient="horz" pos="4252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97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669">
          <p15:clr>
            <a:srgbClr val="FBAE40"/>
          </p15:clr>
        </p15:guide>
        <p15:guide id="4" orient="horz" pos="1957">
          <p15:clr>
            <a:srgbClr val="FBAE40"/>
          </p15:clr>
        </p15:guide>
        <p15:guide id="5" orient="horz" pos="2126">
          <p15:clr>
            <a:srgbClr val="FBAE40"/>
          </p15:clr>
        </p15:guide>
        <p15:guide id="6" orient="horz" pos="2533">
          <p15:clr>
            <a:srgbClr val="FBAE40"/>
          </p15:clr>
        </p15:guide>
        <p15:guide id="7" orient="horz" pos="2812">
          <p15:clr>
            <a:srgbClr val="FBAE40"/>
          </p15:clr>
        </p15:guide>
        <p15:guide id="8" orient="horz" pos="2948">
          <p15:clr>
            <a:srgbClr val="FBAE40"/>
          </p15:clr>
        </p15:guide>
        <p15:guide id="9" orient="horz" pos="3227">
          <p15:clr>
            <a:srgbClr val="FBAE40"/>
          </p15:clr>
        </p15:guide>
        <p15:guide id="10" pos="584">
          <p15:clr>
            <a:srgbClr val="FBAE40"/>
          </p15:clr>
        </p15:guide>
        <p15:guide id="11" pos="813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440">
          <p15:clr>
            <a:srgbClr val="FBAE40"/>
          </p15:clr>
        </p15:guide>
        <p15:guide id="14" orient="horz" pos="4252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792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50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pos="6243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9917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3947-2842-E846-AE58-D7953313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062A-7845-E540-8DDB-3E4E4F92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F9384-2DA2-7D41-92D1-3BD104ED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2E70-C6D1-414A-AA62-EC40A79D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3269" y="6356356"/>
            <a:ext cx="62854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CB14-AED4-384B-A613-43D1C848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80497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Proxima Nova Rg" panose="02000506030000020004" pitchFamily="50" charset="0"/>
              </a:defRPr>
            </a:lvl1pPr>
          </a:lstStyle>
          <a:p>
            <a:r>
              <a:rPr lang="en-US" dirty="0"/>
              <a:t>Intro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Proxima Nova Rg" panose="02000506030000020004" pitchFamily="50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3734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259724" y="144966"/>
            <a:ext cx="87538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- Monogram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279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24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pos="483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Picture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645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Gradient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0000">
                <a:srgbClr val="328A5E">
                  <a:alpha val="78000"/>
                </a:srgbClr>
              </a:gs>
              <a:gs pos="100000">
                <a:schemeClr val="accent2">
                  <a:lumMod val="60000"/>
                  <a:lumOff val="40000"/>
                  <a:alpha val="60000"/>
                </a:schemeClr>
              </a:gs>
              <a:gs pos="36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 Picture Background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453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9000">
                <a:schemeClr val="accent3"/>
              </a:gs>
              <a:gs pos="29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588678"/>
            <a:ext cx="12192000" cy="26932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20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44">
          <p15:clr>
            <a:srgbClr val="FBAE40"/>
          </p15:clr>
        </p15:guide>
        <p15:guide id="7" pos="6244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51" y="1893768"/>
            <a:ext cx="9149800" cy="3930960"/>
          </a:xfrm>
        </p:spPr>
        <p:txBody>
          <a:bodyPr/>
          <a:lstStyle>
            <a:lvl1pPr marL="457178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914354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2pPr>
            <a:lvl3pPr marL="1257238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3pPr>
            <a:lvl4pPr marL="1714414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4pPr>
            <a:lvl5pPr marL="2171592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553" y="927106"/>
            <a:ext cx="9149799" cy="4500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6E5B7-9C36-8C48-82D2-06CDA969C61C}"/>
              </a:ext>
            </a:extLst>
          </p:cNvPr>
          <p:cNvCxnSpPr>
            <a:cxnSpLocks/>
          </p:cNvCxnSpPr>
          <p:nvPr/>
        </p:nvCxnSpPr>
        <p:spPr>
          <a:xfrm flipH="1">
            <a:off x="762552" y="15960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88AB329A-D2E1-4246-AA52-3B7FD857F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51" y="6066372"/>
            <a:ext cx="2474976" cy="27499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411355" y="5976244"/>
            <a:ext cx="6500999" cy="365125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176230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15">
          <p15:clr>
            <a:srgbClr val="FBAE40"/>
          </p15:clr>
        </p15:guide>
        <p15:guide id="3" orient="horz" pos="1194">
          <p15:clr>
            <a:srgbClr val="FBAE40"/>
          </p15:clr>
        </p15:guide>
        <p15:guide id="4" orient="horz" pos="3973">
          <p15:clr>
            <a:srgbClr val="FBAE40"/>
          </p15:clr>
        </p15:guide>
        <p15:guide id="5" pos="6244">
          <p15:clr>
            <a:srgbClr val="FBAE40"/>
          </p15:clr>
        </p15:guide>
        <p15:guide id="6" orient="horz" pos="584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61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259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3A1AF-5960-D84C-9B0A-309532AD9D0A}"/>
              </a:ext>
            </a:extLst>
          </p:cNvPr>
          <p:cNvCxnSpPr>
            <a:cxnSpLocks/>
          </p:cNvCxnSpPr>
          <p:nvPr/>
        </p:nvCxnSpPr>
        <p:spPr>
          <a:xfrm>
            <a:off x="6096000" y="2222627"/>
            <a:ext cx="0" cy="358521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557325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7322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Objectives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7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0">
          <p15:clr>
            <a:srgbClr val="FBAE40"/>
          </p15:clr>
        </p15:guide>
        <p15:guide id="2" pos="339">
          <p15:clr>
            <a:srgbClr val="FBAE40"/>
          </p15:clr>
        </p15:guide>
        <p15:guide id="4" pos="3837">
          <p15:clr>
            <a:srgbClr val="FBAE40"/>
          </p15:clr>
        </p15:guide>
        <p15:guide id="5" pos="7159">
          <p15:clr>
            <a:srgbClr val="FBAE40"/>
          </p15:clr>
        </p15:guide>
        <p15:guide id="6" pos="7225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orient="horz" pos="1372">
          <p15:clr>
            <a:srgbClr val="FBAE40"/>
          </p15:clr>
        </p15:guide>
        <p15:guide id="9" pos="635">
          <p15:clr>
            <a:srgbClr val="FBAE40"/>
          </p15:clr>
        </p15:guide>
        <p15:guide id="10" pos="3549">
          <p15:clr>
            <a:srgbClr val="FBAE40"/>
          </p15:clr>
        </p15:guide>
        <p15:guide id="11" pos="4135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659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2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36">
          <p15:clr>
            <a:srgbClr val="FBAE40"/>
          </p15:clr>
        </p15:guide>
        <p15:guide id="3" pos="3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3778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7039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Two Columns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52764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 baseline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6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78">
          <p15:clr>
            <a:srgbClr val="FBAE40"/>
          </p15:clr>
        </p15:guide>
        <p15:guide id="4" orient="horz" pos="1033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pos="7344">
          <p15:clr>
            <a:srgbClr val="FBAE40"/>
          </p15:clr>
        </p15:guide>
        <p15:guide id="7" pos="3685">
          <p15:clr>
            <a:srgbClr val="FBAE40"/>
          </p15:clr>
        </p15:guide>
        <p15:guide id="8" pos="3999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5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aseline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Three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3113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9861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4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2407">
          <p15:clr>
            <a:srgbClr val="FBAE40"/>
          </p15:clr>
        </p15:guide>
        <p15:guide id="8" pos="2804">
          <p15:clr>
            <a:srgbClr val="FBAE40"/>
          </p15:clr>
        </p15:guide>
        <p15:guide id="9" pos="4879">
          <p15:clr>
            <a:srgbClr val="FBAE40"/>
          </p15:clr>
        </p15:guide>
        <p15:guide id="10" pos="5269">
          <p15:clr>
            <a:srgbClr val="FBAE40"/>
          </p15:clr>
        </p15:guide>
        <p15:guide id="11" orient="horz" pos="4252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2pPr>
            <a:lvl3pPr marL="914354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3pPr>
            <a:lvl4pPr marL="1371532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4pPr>
            <a:lvl5pPr marL="1828709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80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1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orient="horz" pos="432">
          <p15:clr>
            <a:srgbClr val="FBAE40"/>
          </p15:clr>
        </p15:guide>
        <p15:guide id="7" pos="339">
          <p15:clr>
            <a:srgbClr val="FBAE40"/>
          </p15:clr>
        </p15:guide>
        <p15:guide id="8" pos="1907">
          <p15:clr>
            <a:srgbClr val="FBAE40"/>
          </p15:clr>
        </p15:guide>
        <p15:guide id="9" pos="2152">
          <p15:clr>
            <a:srgbClr val="FBAE40"/>
          </p15:clr>
        </p15:guide>
        <p15:guide id="10" pos="3964">
          <p15:clr>
            <a:srgbClr val="FBAE40"/>
          </p15:clr>
        </p15:guide>
        <p15:guide id="11" pos="5531">
          <p15:clr>
            <a:srgbClr val="FBAE40"/>
          </p15:clr>
        </p15:guide>
        <p15:guide id="12" pos="5777">
          <p15:clr>
            <a:srgbClr val="FBAE40"/>
          </p15:clr>
        </p15:guide>
        <p15:guide id="13" pos="7159">
          <p15:clr>
            <a:srgbClr val="FBAE40"/>
          </p15:clr>
        </p15:guide>
        <p15:guide id="14" pos="7344">
          <p15:clr>
            <a:srgbClr val="FBAE40"/>
          </p15:clr>
        </p15:guide>
        <p15:guide id="15" pos="7039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4979776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right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r>
              <a:rPr lang="en-US" dirty="0"/>
              <a:t>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81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01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pos="7159">
          <p15:clr>
            <a:srgbClr val="FBAE40"/>
          </p15:clr>
        </p15:guide>
        <p15:guide id="5" pos="7276">
          <p15:clr>
            <a:srgbClr val="FBAE40"/>
          </p15:clr>
        </p15:guide>
        <p15:guide id="6" pos="4135">
          <p15:clr>
            <a:srgbClr val="FBAE40"/>
          </p15:clr>
        </p15:guide>
        <p15:guide id="7" orient="horz" pos="4024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33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5"/>
            <a:ext cx="11119267" cy="158075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/>
            </a:lvl2pPr>
            <a:lvl3pPr marL="914354" indent="0">
              <a:lnSpc>
                <a:spcPct val="100000"/>
              </a:lnSpc>
              <a:buNone/>
              <a:defRPr/>
            </a:lvl3pPr>
            <a:lvl4pPr marL="1371532" indent="0">
              <a:lnSpc>
                <a:spcPct val="100000"/>
              </a:lnSpc>
              <a:buNone/>
              <a:defRPr/>
            </a:lvl4pPr>
            <a:lvl5pPr marL="1828709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Horizontal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7"/>
            <a:ext cx="12192000" cy="296397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36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159">
          <p15:clr>
            <a:srgbClr val="FBAE40"/>
          </p15:clr>
        </p15:guide>
        <p15:guide id="4" pos="7344">
          <p15:clr>
            <a:srgbClr val="FBAE40"/>
          </p15:clr>
        </p15:guide>
        <p15:guide id="5" pos="7039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orient="horz" pos="2033">
          <p15:clr>
            <a:srgbClr val="FBAE40"/>
          </p15:clr>
        </p15:guide>
        <p15:guide id="9" orient="horz" pos="4252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6771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EE52DBA-0B5D-5C4F-BA21-9A50C1ADD9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3" y="1876586"/>
            <a:ext cx="9150351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- Monogram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3" y="4356261"/>
            <a:ext cx="9150351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743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71B4D-8ED0-0B45-92CD-A27082105A38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544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991">
          <p15:clr>
            <a:srgbClr val="FBAE40"/>
          </p15:clr>
        </p15:guide>
        <p15:guide id="2" pos="483">
          <p15:clr>
            <a:srgbClr val="FBAE40"/>
          </p15:clr>
        </p15:guide>
        <p15:guide id="3" pos="624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53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B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937598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Boss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365" y="1976916"/>
            <a:ext cx="3602311" cy="363569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6597" y="2506679"/>
            <a:ext cx="5545755" cy="339026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6597" y="2904792"/>
            <a:ext cx="5545755" cy="28543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6597" y="3350677"/>
            <a:ext cx="5545755" cy="2261928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4366596" y="238508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20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5">
          <p15:clr>
            <a:srgbClr val="FBAE40"/>
          </p15:clr>
        </p15:guide>
        <p15:guide id="2" pos="6244">
          <p15:clr>
            <a:srgbClr val="FBAE40"/>
          </p15:clr>
        </p15:guide>
        <p15:guide id="3" orient="horz" pos="1499">
          <p15:clr>
            <a:srgbClr val="FBAE40"/>
          </p15:clr>
        </p15:guide>
        <p15:guide id="4" orient="horz" pos="440">
          <p15:clr>
            <a:srgbClr val="FBAE40"/>
          </p15:clr>
        </p15:guide>
        <p15:guide id="5" pos="339">
          <p15:clr>
            <a:srgbClr val="FBAE40"/>
          </p15:clr>
        </p15:guide>
        <p15:guide id="6" orient="horz" pos="4252">
          <p15:clr>
            <a:srgbClr val="FBAE40"/>
          </p15:clr>
        </p15:guide>
        <p15:guide id="7" orient="horz" pos="3532">
          <p15:clr>
            <a:srgbClr val="FBAE40"/>
          </p15:clr>
        </p15:guide>
        <p15:guide id="8" pos="7159">
          <p15:clr>
            <a:srgbClr val="FBAE40"/>
          </p15:clr>
        </p15:guide>
        <p15:guide id="9" orient="horz" pos="1576">
          <p15:clr>
            <a:srgbClr val="FBAE40"/>
          </p15:clr>
        </p15:guide>
        <p15:guide id="10" pos="2743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2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298411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Meet the Team - 2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3028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7228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7228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7228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3043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AE08200-0919-354A-B310-E1D281B289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4609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B2B4F39-16C6-E841-B350-5DC46939C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8809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0C973AA0-7B20-DF40-86C2-6C2E1095A8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8809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D3C700E-8DCB-8A43-AE2A-44BE7DEF77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8809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FD2488-DB5A-8246-9846-57E401E9BA55}"/>
              </a:ext>
            </a:extLst>
          </p:cNvPr>
          <p:cNvCxnSpPr>
            <a:cxnSpLocks/>
          </p:cNvCxnSpPr>
          <p:nvPr/>
        </p:nvCxnSpPr>
        <p:spPr>
          <a:xfrm flipH="1">
            <a:off x="814462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04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3812">
          <p15:clr>
            <a:srgbClr val="FBAE40"/>
          </p15:clr>
        </p15:guide>
        <p15:guide id="5" pos="856">
          <p15:clr>
            <a:srgbClr val="FBAE40"/>
          </p15:clr>
        </p15:guide>
        <p15:guide id="6" pos="6827">
          <p15:clr>
            <a:srgbClr val="FBAE40"/>
          </p15:clr>
        </p15:guide>
        <p15:guide id="7" pos="3608">
          <p15:clr>
            <a:srgbClr val="FBAE40"/>
          </p15:clr>
        </p15:guide>
        <p15:guide id="8" pos="4067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159">
          <p15:clr>
            <a:srgbClr val="FBAE40"/>
          </p15:clr>
        </p15:guide>
        <p15:guide id="11" orient="horz" pos="2507">
          <p15:clr>
            <a:srgbClr val="FBAE40"/>
          </p15:clr>
        </p15:guide>
        <p15:guide id="12" orient="horz" pos="2584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3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5" y="476722"/>
            <a:ext cx="1061023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- 3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902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814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814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14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2049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018D83C-D9C2-164A-BAA0-1693A29FDD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66041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45E3436-75BA-6C4F-A3AD-0512FCA25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5157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6D1318F-1B29-794A-A5C4-2F2878439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45157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AB2693E-0F42-5943-9CDE-F764D6F16B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45157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F0BD70-16B4-3E45-A3A1-01D7F662B1EF}"/>
              </a:ext>
            </a:extLst>
          </p:cNvPr>
          <p:cNvCxnSpPr>
            <a:cxnSpLocks/>
          </p:cNvCxnSpPr>
          <p:nvPr/>
        </p:nvCxnSpPr>
        <p:spPr>
          <a:xfrm flipH="1">
            <a:off x="5606056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3726E9E4-6602-B84C-B4B2-0A06C5C093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74134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F66B470-33A4-8C40-A0C1-FE0405F739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46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A41CD59-4E6B-FA4F-B0A1-887D849863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2046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63735AA2-BC8E-9945-91B9-5618B63B50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46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468785-BF21-9F4B-8797-82A8D19E9623}"/>
              </a:ext>
            </a:extLst>
          </p:cNvPr>
          <p:cNvCxnSpPr>
            <a:cxnSpLocks/>
          </p:cNvCxnSpPr>
          <p:nvPr/>
        </p:nvCxnSpPr>
        <p:spPr>
          <a:xfrm flipH="1">
            <a:off x="918136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508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252">
          <p15:clr>
            <a:srgbClr val="FBAE40"/>
          </p15:clr>
        </p15:guide>
        <p15:guide id="5" orient="horz" pos="2507">
          <p15:clr>
            <a:srgbClr val="FBAE40"/>
          </p15:clr>
        </p15:guide>
        <p15:guide id="6" orient="horz" pos="2584">
          <p15:clr>
            <a:srgbClr val="FBAE40"/>
          </p15:clr>
        </p15:guide>
        <p15:guide id="7" pos="7023">
          <p15:clr>
            <a:srgbClr val="FBAE40"/>
          </p15:clr>
        </p15:guide>
        <p15:guide id="8" pos="7159">
          <p15:clr>
            <a:srgbClr val="FBAE40"/>
          </p15:clr>
        </p15:guide>
        <p15:guide id="9" pos="5176">
          <p15:clr>
            <a:srgbClr val="FBAE40"/>
          </p15:clr>
        </p15:guide>
        <p15:guide id="10" pos="687">
          <p15:clr>
            <a:srgbClr val="FBAE40"/>
          </p15:clr>
        </p15:guide>
        <p15:guide id="11" pos="2533">
          <p15:clr>
            <a:srgbClr val="FBAE40"/>
          </p15:clr>
        </p15:guide>
        <p15:guide id="12" pos="1601">
          <p15:clr>
            <a:srgbClr val="FBAE40"/>
          </p15:clr>
        </p15:guide>
        <p15:guide id="13" pos="6108">
          <p15:clr>
            <a:srgbClr val="FBAE40"/>
          </p15:clr>
        </p15:guide>
        <p15:guide id="14" orient="horz" pos="432">
          <p15:clr>
            <a:srgbClr val="FBAE40"/>
          </p15:clr>
        </p15:guide>
        <p15:guide id="15" orient="horz" pos="3812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5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- 5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8163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8163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163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95398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F1A0F53-E7C2-F847-BBBD-4A9805F308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5927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B481680-9ED9-5F4B-9DBC-8AFFDE9DEE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08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E5F11699-2468-D548-80EB-F0189B19DF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808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6C57E762-522E-DD40-9331-80B0111F9C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808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E1DE42-CB13-524B-A1A4-0658DBEB2E95}"/>
              </a:ext>
            </a:extLst>
          </p:cNvPr>
          <p:cNvCxnSpPr>
            <a:cxnSpLocks/>
          </p:cNvCxnSpPr>
          <p:nvPr/>
        </p:nvCxnSpPr>
        <p:spPr>
          <a:xfrm flipH="1">
            <a:off x="327390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B8145BBC-2BA8-0E41-A2B1-D82CE406F9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0387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D174840-C8B7-DB4F-9862-1CC77E6040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7800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294F2042-0B27-4741-B017-1BD06113BE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7800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8094B37-C635-4F4B-BD71-46406B02D1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7800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C8C11F-1C92-F24A-B4AC-D6EBEBE6E53A}"/>
              </a:ext>
            </a:extLst>
          </p:cNvPr>
          <p:cNvCxnSpPr>
            <a:cxnSpLocks/>
          </p:cNvCxnSpPr>
          <p:nvPr/>
        </p:nvCxnSpPr>
        <p:spPr>
          <a:xfrm flipH="1">
            <a:off x="5593832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148B1993-955A-F849-AEC7-F4BB70CC87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01499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B7D55A6B-6006-B24D-B3C4-C24F157804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499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7DD43118-8AE4-3840-B0F7-3D4A9DAA11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01499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9527BE04-9D0E-4B4D-AD97-C40E3D8F8A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01499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F92F2D-F465-0F46-948D-809D7102C224}"/>
              </a:ext>
            </a:extLst>
          </p:cNvPr>
          <p:cNvCxnSpPr>
            <a:cxnSpLocks/>
          </p:cNvCxnSpPr>
          <p:nvPr/>
        </p:nvCxnSpPr>
        <p:spPr>
          <a:xfrm flipH="1">
            <a:off x="7917324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34E4767E-3447-1F41-A340-7C55E6A9F65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82261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9D338BB9-4D26-4F44-970D-8600E8FF63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2615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330753E-E042-CF45-95CF-2F97180FD9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22615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C2CD3CD8-8E82-4B42-A04F-CF2FC38CF9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2615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20B97F-95CE-E54A-B092-ED9F885DD00B}"/>
              </a:ext>
            </a:extLst>
          </p:cNvPr>
          <p:cNvCxnSpPr>
            <a:cxnSpLocks/>
          </p:cNvCxnSpPr>
          <p:nvPr/>
        </p:nvCxnSpPr>
        <p:spPr>
          <a:xfrm flipH="1">
            <a:off x="10238436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70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355">
          <p15:clr>
            <a:srgbClr val="FBAE40"/>
          </p15:clr>
        </p15:guide>
        <p15:guide id="3" orient="horz" pos="2431">
          <p15:clr>
            <a:srgbClr val="FBAE40"/>
          </p15:clr>
        </p15:guide>
        <p15:guide id="4" orient="horz" pos="3947">
          <p15:clr>
            <a:srgbClr val="FBAE40"/>
          </p15:clr>
        </p15:guide>
        <p15:guide id="5" orient="horz" pos="4252">
          <p15:clr>
            <a:srgbClr val="FBAE40"/>
          </p15:clr>
        </p15:guide>
        <p15:guide id="6" orient="horz" pos="1135">
          <p15:clr>
            <a:srgbClr val="FBAE40"/>
          </p15:clr>
        </p15:guide>
        <p15:guide id="7" pos="339">
          <p15:clr>
            <a:srgbClr val="FBAE40"/>
          </p15:clr>
        </p15:guide>
        <p15:guide id="8" pos="7344">
          <p15:clr>
            <a:srgbClr val="FBAE40"/>
          </p15:clr>
        </p15:guide>
        <p15:guide id="9" pos="7159">
          <p15:clr>
            <a:srgbClr val="FBAE40"/>
          </p15:clr>
        </p15:guide>
        <p15:guide id="10" pos="6184">
          <p15:clr>
            <a:srgbClr val="FBAE40"/>
          </p15:clr>
        </p15:guide>
        <p15:guide id="11" pos="1499">
          <p15:clr>
            <a:srgbClr val="FBAE40"/>
          </p15:clr>
        </p15:guide>
        <p15:guide id="12" pos="1804">
          <p15:clr>
            <a:srgbClr val="FBAE40"/>
          </p15:clr>
        </p15:guide>
        <p15:guide id="13" pos="2956">
          <p15:clr>
            <a:srgbClr val="FBAE40"/>
          </p15:clr>
        </p15:guide>
        <p15:guide id="14" pos="3261">
          <p15:clr>
            <a:srgbClr val="FBAE40"/>
          </p15:clr>
        </p15:guide>
        <p15:guide id="15" pos="4423">
          <p15:clr>
            <a:srgbClr val="FBAE40"/>
          </p15:clr>
        </p15:guide>
        <p15:guide id="16" pos="4727">
          <p15:clr>
            <a:srgbClr val="FBAE40"/>
          </p15:clr>
        </p15:guide>
        <p15:guide id="17" pos="5879">
          <p15:clr>
            <a:srgbClr val="FBAE40"/>
          </p15:clr>
        </p15:guide>
        <p15:guide id="18" pos="7039">
          <p15:clr>
            <a:srgbClr val="FBAE40"/>
          </p15:clr>
        </p15:guide>
        <p15:guide id="19" orient="horz" pos="432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1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48129" y="1660419"/>
            <a:ext cx="6897785" cy="436020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53550" y="1595976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3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0">
          <p15:clr>
            <a:srgbClr val="FBAE40"/>
          </p15:clr>
        </p15:guide>
        <p15:guide id="2" orient="horz" pos="1033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pos="339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pos="4684">
          <p15:clr>
            <a:srgbClr val="FBAE40"/>
          </p15:clr>
        </p15:guide>
        <p15:guide id="9" pos="4904">
          <p15:clr>
            <a:srgbClr val="FBAE40"/>
          </p15:clr>
        </p15:guide>
        <p15:guide id="10" orient="horz" pos="432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2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54077" y="1645670"/>
            <a:ext cx="6868771" cy="4351336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5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5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pos="715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orient="horz" pos="3778">
          <p15:clr>
            <a:srgbClr val="FBAE40"/>
          </p15:clr>
        </p15:guide>
        <p15:guide id="6" pos="339">
          <p15:clr>
            <a:srgbClr val="FBAE40"/>
          </p15:clr>
        </p15:guide>
        <p15:guide id="7" pos="2771">
          <p15:clr>
            <a:srgbClr val="FBAE40"/>
          </p15:clr>
        </p15:guide>
        <p15:guide id="8" pos="2999">
          <p15:clr>
            <a:srgbClr val="FBAE40"/>
          </p15:clr>
        </p15:guide>
        <p15:guide id="9" pos="7039">
          <p15:clr>
            <a:srgbClr val="FBAE40"/>
          </p15:clr>
        </p15:guide>
        <p15:guide id="10" pos="7319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3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776509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Click icon to add </a:t>
            </a:r>
            <a:r>
              <a:rPr lang="en-US" dirty="0" err="1"/>
              <a:t>tableS</a:t>
            </a:r>
            <a:endParaRPr lang="en-US" dirty="0"/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2581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7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6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432">
          <p15:clr>
            <a:srgbClr val="FBAE40"/>
          </p15:clr>
        </p15:guide>
        <p15:guide id="4" orient="horz" pos="3778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pos="7344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792089" y="1645670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0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28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pos="4684">
          <p15:clr>
            <a:srgbClr val="FBAE40"/>
          </p15:clr>
        </p15:guide>
        <p15:guide id="8" pos="4904">
          <p15:clr>
            <a:srgbClr val="FBAE40"/>
          </p15:clr>
        </p15:guide>
        <p15:guide id="9" orient="horz" pos="1033">
          <p15:clr>
            <a:srgbClr val="FBAE40"/>
          </p15:clr>
        </p15:guide>
        <p15:guide id="10" orient="horz" pos="3778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96E531A0-92C3-364A-A62C-092C6DA655C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754076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03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1">
          <p15:clr>
            <a:srgbClr val="FBAE40"/>
          </p15:clr>
        </p15:guide>
        <p15:guide id="10" pos="2999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3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374F2BC2-8C3A-6249-AB96-BD5ED2EEC0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76511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2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SWOT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927" y="2873929"/>
            <a:ext cx="2358264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178C06-CDE8-6B4D-AE79-44B6A32FB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1073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1553AF-8C1F-B344-9898-52841A7BB9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21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CDFF35E-9476-0E4E-93EF-E59390DAF5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7372" y="2878143"/>
            <a:ext cx="2358269" cy="3119437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65419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2911" y="1990853"/>
            <a:ext cx="2358268" cy="604710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80402" y="1988619"/>
            <a:ext cx="2378201" cy="60694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>
            <a:off x="3201425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CF75A2-1D3C-6246-B540-552A648A25F4}"/>
              </a:ext>
            </a:extLst>
          </p:cNvPr>
          <p:cNvCxnSpPr>
            <a:cxnSpLocks/>
          </p:cNvCxnSpPr>
          <p:nvPr/>
        </p:nvCxnSpPr>
        <p:spPr>
          <a:xfrm>
            <a:off x="6096000" y="1985741"/>
            <a:ext cx="8965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7EAF87-CC91-2A47-8A15-27762B512FBF}"/>
              </a:ext>
            </a:extLst>
          </p:cNvPr>
          <p:cNvCxnSpPr>
            <a:cxnSpLocks/>
          </p:cNvCxnSpPr>
          <p:nvPr/>
        </p:nvCxnSpPr>
        <p:spPr>
          <a:xfrm>
            <a:off x="9005224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4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</a:t>
            </a:r>
            <a:r>
              <a:rPr lang="en-GB" dirty="0">
                <a:latin typeface="Proxima Nova Rg" panose="02000506030000020004" pitchFamily="2" charset="0"/>
              </a:rPr>
              <a:t>apply</a:t>
            </a:r>
            <a:r>
              <a:rPr lang="en-GB" dirty="0"/>
              <a:t>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73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15">
          <p15:clr>
            <a:srgbClr val="FBAE40"/>
          </p15:clr>
        </p15:guide>
        <p15:guide id="2" orient="horz" pos="1813">
          <p15:clr>
            <a:srgbClr val="FBAE40"/>
          </p15:clr>
        </p15:guide>
        <p15:guide id="3" pos="33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9" orient="horz" pos="3778">
          <p15:clr>
            <a:srgbClr val="FBAE40"/>
          </p15:clr>
        </p15:guide>
        <p15:guide id="10" orient="horz" pos="1635">
          <p15:clr>
            <a:srgbClr val="FBAE40"/>
          </p15:clr>
        </p15:guide>
        <p15:guide id="11" orient="horz" pos="1254">
          <p15:clr>
            <a:srgbClr val="FBAE40"/>
          </p15:clr>
        </p15:guide>
        <p15:guide id="12" orient="horz" pos="4252">
          <p15:clr>
            <a:srgbClr val="FBAE40"/>
          </p15:clr>
        </p15:guide>
        <p15:guide id="13" pos="1839">
          <p15:clr>
            <a:srgbClr val="FBAE40"/>
          </p15:clr>
        </p15:guide>
        <p15:guide id="14" pos="2185">
          <p15:clr>
            <a:srgbClr val="FBAE40"/>
          </p15:clr>
        </p15:guide>
        <p15:guide id="15" pos="3668">
          <p15:clr>
            <a:srgbClr val="FBAE40"/>
          </p15:clr>
        </p15:guide>
        <p15:guide id="16" pos="5507">
          <p15:clr>
            <a:srgbClr val="FBAE40"/>
          </p15:clr>
        </p15:guide>
        <p15:guide id="17" pos="5845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925972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PEST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8089" y="1882464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887429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927" y="3031847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7927" y="4176265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6360" y="5320684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 flipH="1">
            <a:off x="557927" y="2847664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1AE01-0A53-D74B-8BE4-E6490CE5C583}"/>
              </a:ext>
            </a:extLst>
          </p:cNvPr>
          <p:cNvCxnSpPr>
            <a:cxnSpLocks/>
          </p:cNvCxnSpPr>
          <p:nvPr/>
        </p:nvCxnSpPr>
        <p:spPr>
          <a:xfrm flipH="1">
            <a:off x="557927" y="3999957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5501F-60A1-6745-A84A-F8EC2892729A}"/>
              </a:ext>
            </a:extLst>
          </p:cNvPr>
          <p:cNvCxnSpPr>
            <a:cxnSpLocks/>
          </p:cNvCxnSpPr>
          <p:nvPr/>
        </p:nvCxnSpPr>
        <p:spPr>
          <a:xfrm flipH="1">
            <a:off x="557927" y="5137381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3455D8F-754F-F744-9774-4115CF132E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28089" y="3034757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C42B7F4-16A0-EB4B-9A61-205EEA8D87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28089" y="4179906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5CE8B1B-51DA-AE48-ADBD-6D16542AE6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28089" y="5329959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0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39">
          <p15:clr>
            <a:srgbClr val="FBAE40"/>
          </p15:clr>
        </p15:guide>
        <p15:guide id="2" orient="horz" pos="3837">
          <p15:clr>
            <a:srgbClr val="FBAE40"/>
          </p15:clr>
        </p15:guide>
        <p15:guide id="3" pos="7159">
          <p15:clr>
            <a:srgbClr val="FBAE40"/>
          </p15:clr>
        </p15:guide>
        <p15:guide id="4" pos="339">
          <p15:clr>
            <a:srgbClr val="FBAE40"/>
          </p15:clr>
        </p15:guide>
        <p15:guide id="5" pos="1880">
          <p15:clr>
            <a:srgbClr val="FBAE40"/>
          </p15:clr>
        </p15:guide>
        <p15:guide id="6" pos="2092">
          <p15:clr>
            <a:srgbClr val="FBAE40"/>
          </p15:clr>
        </p15:guide>
        <p15:guide id="7" pos="7344">
          <p15:clr>
            <a:srgbClr val="FBAE40"/>
          </p15:clr>
        </p15:guide>
        <p15:guide id="8" orient="horz" pos="3354">
          <p15:clr>
            <a:srgbClr val="FBAE40"/>
          </p15:clr>
        </p15:guide>
        <p15:guide id="9" orient="horz" pos="3117">
          <p15:clr>
            <a:srgbClr val="FBAE40"/>
          </p15:clr>
        </p15:guide>
        <p15:guide id="10" orient="horz" pos="2634">
          <p15:clr>
            <a:srgbClr val="FBAE40"/>
          </p15:clr>
        </p15:guide>
        <p15:guide id="11" orient="horz" pos="2397">
          <p15:clr>
            <a:srgbClr val="FBAE40"/>
          </p15:clr>
        </p15:guide>
        <p15:guide id="12" orient="horz" pos="1906">
          <p15:clr>
            <a:srgbClr val="FBAE40"/>
          </p15:clr>
        </p15:guide>
        <p15:guide id="13" orient="horz" pos="1677">
          <p15:clr>
            <a:srgbClr val="FBAE40"/>
          </p15:clr>
        </p15:guide>
        <p15:guide id="14" orient="horz" pos="1186">
          <p15:clr>
            <a:srgbClr val="FBAE40"/>
          </p15:clr>
        </p15:guide>
        <p15:guide id="15" orient="horz" pos="432">
          <p15:clr>
            <a:srgbClr val="FBAE40"/>
          </p15:clr>
        </p15:guide>
        <p15:guide id="16" orient="horz" pos="4252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nt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6186C-701A-BC45-AC88-392EAFC5B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26592"/>
              </p:ext>
            </p:extLst>
          </p:nvPr>
        </p:nvGraphicFramePr>
        <p:xfrm>
          <a:off x="817760" y="1531933"/>
          <a:ext cx="10837893" cy="4669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5105">
                  <a:extLst>
                    <a:ext uri="{9D8B030D-6E8A-4147-A177-3AD203B41FA5}">
                      <a16:colId xmlns:a16="http://schemas.microsoft.com/office/drawing/2014/main" val="5981043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4168066833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0410059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11855810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63548254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33900521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4059563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49573802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8399602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91852449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56993632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11072268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50500902"/>
                    </a:ext>
                  </a:extLst>
                </a:gridCol>
              </a:tblGrid>
              <a:tr h="618332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Apr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Aug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Sep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Oct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Nov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Dec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971151"/>
                  </a:ext>
                </a:extLst>
              </a:tr>
              <a:tr h="4051430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24781"/>
                  </a:ext>
                </a:extLst>
              </a:tr>
            </a:tbl>
          </a:graphicData>
        </a:graphic>
      </p:graphicFrame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95867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Gantt Chart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884DB4-8724-2444-AC73-01BDA7C1B2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359" y="200990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D305F03-5586-5E4F-81F2-236A9DB36A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81565" y="3052038"/>
            <a:ext cx="3910361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4DB0538-1629-4B42-A56E-318B4C7952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359" y="253136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75659CF-3622-2743-851F-8923DB01AF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89038" y="3574264"/>
            <a:ext cx="298852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B7ABE6A-4FF3-9543-84D7-72D8B9B04E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6359" y="3052812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CE93C9B-BDFA-DA48-9722-93E7AC19B4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60029" y="4102225"/>
            <a:ext cx="7036264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7FE31FF-EFEA-774A-B412-A17BCCF5651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359" y="3574264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06182F5-CA73-9548-8C9E-778C0D79C2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2383" y="4617168"/>
            <a:ext cx="4832196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E7B252-5204-C54B-B2AB-728EAAD287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6359" y="4095716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6352348-FB9A-0C4E-AC97-1B51444891A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81564" y="5138620"/>
            <a:ext cx="5332965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8E1BFD4-3A5E-8641-9D2F-00409E3793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6359" y="5660073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6AA6E42-ABF6-0042-B39E-9D863B855B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1737" y="5660073"/>
            <a:ext cx="645283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A47D090-BD26-A34F-A587-274164E562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6359" y="461716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6E947712-F350-C94B-A96E-F9EF11B0DC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6359" y="513862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55B41E2F-B664-B64E-A6F2-0F2A19DCC05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19706" y="2539082"/>
            <a:ext cx="565738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E61344E7-7C91-2348-832A-A007EEA0A3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868360" y="2011556"/>
            <a:ext cx="4277293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352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905">
          <p15:clr>
            <a:srgbClr val="FBAE40"/>
          </p15:clr>
        </p15:guide>
        <p15:guide id="7" orient="horz" pos="966">
          <p15:clr>
            <a:srgbClr val="FBAE40"/>
          </p15:clr>
        </p15:guide>
        <p15:guide id="8" pos="788">
          <p15:clr>
            <a:srgbClr val="FBAE40"/>
          </p15:clr>
        </p15:guide>
        <p15:guide id="9" orient="horz" pos="4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243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2442410"/>
            <a:ext cx="3420932" cy="3420000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5431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145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38936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23860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438936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823860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4"/>
          <p:cNvSpPr>
            <a:spLocks noGrp="1"/>
          </p:cNvSpPr>
          <p:nvPr>
            <p:ph type="body" sz="quarter" idx="24"/>
          </p:nvPr>
        </p:nvSpPr>
        <p:spPr>
          <a:xfrm>
            <a:off x="438936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4"/>
          <p:cNvSpPr>
            <a:spLocks noGrp="1"/>
          </p:cNvSpPr>
          <p:nvPr>
            <p:ph type="body" sz="quarter" idx="25"/>
          </p:nvPr>
        </p:nvSpPr>
        <p:spPr>
          <a:xfrm>
            <a:off x="823860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69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8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pos="2491">
          <p15:clr>
            <a:srgbClr val="FBAE40"/>
          </p15:clr>
        </p15:guide>
        <p15:guide id="9" pos="2761">
          <p15:clr>
            <a:srgbClr val="FBAE40"/>
          </p15:clr>
        </p15:guide>
        <p15:guide id="10" pos="4921">
          <p15:clr>
            <a:srgbClr val="FBAE40"/>
          </p15:clr>
        </p15:guide>
        <p15:guide id="11" pos="5192">
          <p15:clr>
            <a:srgbClr val="FBAE40"/>
          </p15:clr>
        </p15:guide>
        <p15:guide id="12" orient="horz" pos="4252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4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5" name="Triangle 4"/>
            <p:cNvSpPr/>
            <p:nvPr/>
          </p:nvSpPr>
          <p:spPr>
            <a:xfrm rot="5400000">
              <a:off x="6059966" y="1923372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9" name="Group 8"/>
          <p:cNvGrpSpPr/>
          <p:nvPr/>
        </p:nvGrpSpPr>
        <p:grpSpPr>
          <a:xfrm rot="10800000">
            <a:off x="542925" y="3749587"/>
            <a:ext cx="5430947" cy="2287958"/>
            <a:chOff x="6227654" y="1665288"/>
            <a:chExt cx="5430946" cy="2369060"/>
          </a:xfrm>
          <a:solidFill>
            <a:schemeClr val="accent5"/>
          </a:solidFill>
        </p:grpSpPr>
        <p:sp>
          <p:nvSpPr>
            <p:cNvPr id="10" name="Rectangle 9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Triangle 10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12" name="Group 11"/>
          <p:cNvGrpSpPr/>
          <p:nvPr/>
        </p:nvGrpSpPr>
        <p:grpSpPr>
          <a:xfrm rot="10800000">
            <a:off x="6030965" y="3939994"/>
            <a:ext cx="5627639" cy="2097557"/>
            <a:chOff x="542925" y="1665288"/>
            <a:chExt cx="5754191" cy="2170112"/>
          </a:xfrm>
          <a:solidFill>
            <a:schemeClr val="accent2"/>
          </a:solidFill>
        </p:grpSpPr>
        <p:sp>
          <p:nvSpPr>
            <p:cNvPr id="13" name="Rectangle 12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4" name="Triangle 13"/>
            <p:cNvSpPr/>
            <p:nvPr/>
          </p:nvSpPr>
          <p:spPr>
            <a:xfrm rot="5400000">
              <a:off x="6055866" y="1923370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982281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6667009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64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803">
          <p15:clr>
            <a:srgbClr val="FBAE40"/>
          </p15:clr>
        </p15:guide>
        <p15:guide id="4" orient="horz" pos="1050">
          <p15:clr>
            <a:srgbClr val="FBAE40"/>
          </p15:clr>
        </p15:guide>
        <p15:guide id="5" pos="3752">
          <p15:clr>
            <a:srgbClr val="FBAE40"/>
          </p15:clr>
        </p15:guide>
        <p15:guide id="6" pos="3923">
          <p15:clr>
            <a:srgbClr val="FBAE40"/>
          </p15:clr>
        </p15:guide>
        <p15:guide id="7" orient="horz" pos="2482">
          <p15:clr>
            <a:srgbClr val="FBAE40"/>
          </p15:clr>
        </p15:guide>
        <p15:guide id="8" orient="horz" pos="2338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3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7" name="Triangle 26"/>
            <p:cNvSpPr/>
            <p:nvPr/>
          </p:nvSpPr>
          <p:spPr>
            <a:xfrm rot="5400000">
              <a:off x="6059966" y="3318348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6481437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3" name="Rectangle 12"/>
          <p:cNvSpPr/>
          <p:nvPr/>
        </p:nvSpPr>
        <p:spPr>
          <a:xfrm rot="10800000">
            <a:off x="3465029" y="3985545"/>
            <a:ext cx="5430947" cy="20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3904385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riangle 27"/>
          <p:cNvSpPr/>
          <p:nvPr/>
        </p:nvSpPr>
        <p:spPr>
          <a:xfrm>
            <a:off x="5459331" y="3779737"/>
            <a:ext cx="252000" cy="2112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12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795">
          <p15:clr>
            <a:srgbClr val="FBAE40"/>
          </p15:clr>
        </p15:guide>
        <p15:guide id="4" orient="horz" pos="2507">
          <p15:clr>
            <a:srgbClr val="FBAE40"/>
          </p15:clr>
        </p15:guide>
        <p15:guide id="5" orient="horz" pos="2338">
          <p15:clr>
            <a:srgbClr val="FBAE40"/>
          </p15:clr>
        </p15:guide>
        <p15:guide id="6" orient="horz" pos="1050">
          <p15:clr>
            <a:srgbClr val="FBAE40"/>
          </p15:clr>
        </p15:guide>
        <p15:guide id="7" pos="3752">
          <p15:clr>
            <a:srgbClr val="FBAE40"/>
          </p15:clr>
        </p15:guide>
        <p15:guide id="8" pos="3923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  <p15:guide id="11" pos="7344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1 Important + 2 Mi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556057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1652338"/>
            <a:ext cx="5560572" cy="4210073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6436898" y="1652338"/>
            <a:ext cx="5217695" cy="2089484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23"/>
          </p:nvPr>
        </p:nvSpPr>
        <p:spPr>
          <a:xfrm>
            <a:off x="6436898" y="3925554"/>
            <a:ext cx="5217695" cy="2089484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73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pos="3837">
          <p15:clr>
            <a:srgbClr val="FBAE40"/>
          </p15:clr>
        </p15:guide>
        <p15:guide id="4" pos="4057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orient="horz" pos="3786">
          <p15:clr>
            <a:srgbClr val="FBAE40"/>
          </p15:clr>
        </p15:guide>
        <p15:guide id="9" orient="horz" pos="1042">
          <p15:clr>
            <a:srgbClr val="FBAE40"/>
          </p15:clr>
        </p15:guide>
        <p15:guide id="10" orient="horz" pos="2355">
          <p15:clr>
            <a:srgbClr val="FBAE40"/>
          </p15:clr>
        </p15:guide>
        <p15:guide id="11" orient="horz" pos="2473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1 Important + 2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>
            <a:off x="4632161" y="4832685"/>
            <a:ext cx="3725779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36360" y="1652338"/>
            <a:ext cx="4362701" cy="4362701"/>
          </a:xfrm>
          <a:prstGeom prst="ellipse">
            <a:avLst/>
          </a:prstGeom>
          <a:solidFill>
            <a:schemeClr val="accent1"/>
          </a:solidFill>
          <a:effectLst>
            <a:softEdge rad="0"/>
          </a:effectLst>
        </p:spPr>
        <p:txBody>
          <a:bodyPr anchor="ctr">
            <a:noAutofit/>
          </a:bodyPr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b="1">
                <a:solidFill>
                  <a:schemeClr val="bg1"/>
                </a:solidFill>
              </a:defRPr>
            </a:lvl2pPr>
            <a:lvl3pPr marL="914354" indent="0" algn="ctr">
              <a:buNone/>
              <a:defRPr b="1">
                <a:solidFill>
                  <a:schemeClr val="bg1"/>
                </a:solidFill>
              </a:defRPr>
            </a:lvl3pPr>
            <a:lvl4pPr marL="1371532" indent="0" algn="ctr">
              <a:buNone/>
              <a:defRPr b="1">
                <a:solidFill>
                  <a:schemeClr val="bg1"/>
                </a:solidFill>
              </a:defRPr>
            </a:lvl4pPr>
            <a:lvl5pPr marL="1828709" indent="0" algn="ctr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5672093" y="1652338"/>
            <a:ext cx="2605635" cy="26068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8340598" y="3181501"/>
            <a:ext cx="2832231" cy="283354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4632160" y="2851484"/>
            <a:ext cx="1039933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0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6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042">
          <p15:clr>
            <a:srgbClr val="FBAE40"/>
          </p15:clr>
        </p15:guide>
        <p15:guide id="4" pos="3083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orient="horz" pos="432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FEBCC-0D5B-EB4B-83EF-3BC2B129F595}"/>
              </a:ext>
            </a:extLst>
          </p:cNvPr>
          <p:cNvSpPr/>
          <p:nvPr/>
        </p:nvSpPr>
        <p:spPr>
          <a:xfrm>
            <a:off x="762000" y="1781994"/>
            <a:ext cx="10589941" cy="411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3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7785" y="2196775"/>
            <a:ext cx="9638371" cy="3281521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- 1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  <p:sp>
        <p:nvSpPr>
          <p:cNvPr id="1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1" y="1352563"/>
            <a:ext cx="105743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2096683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3710">
          <p15:clr>
            <a:srgbClr val="FBAE40"/>
          </p15:clr>
        </p15:guide>
        <p15:guide id="3" pos="714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4" y="2256918"/>
            <a:ext cx="10650536" cy="3571454"/>
          </a:xfrm>
        </p:spPr>
        <p:txBody>
          <a:bodyPr anchor="t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- 2</a:t>
            </a:r>
          </a:p>
        </p:txBody>
      </p:sp>
    </p:spTree>
    <p:extLst>
      <p:ext uri="{BB962C8B-B14F-4D97-AF65-F5344CB8AC3E}">
        <p14:creationId xmlns:p14="http://schemas.microsoft.com/office/powerpoint/2010/main" val="394965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7192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FE5E2-583D-3440-B3E2-B7A6D31591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5" y="1573213"/>
            <a:ext cx="10585179" cy="4303712"/>
          </a:xfrm>
          <a:solidFill>
            <a:schemeClr val="accent1">
              <a:alpha val="85000"/>
            </a:schemeClr>
          </a:solidFill>
        </p:spPr>
        <p:txBody>
          <a:bodyPr lIns="468000" tIns="468000" rIns="468000" bIns="468000"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 - 3</a:t>
            </a:r>
          </a:p>
        </p:txBody>
      </p:sp>
    </p:spTree>
    <p:extLst>
      <p:ext uri="{BB962C8B-B14F-4D97-AF65-F5344CB8AC3E}">
        <p14:creationId xmlns:p14="http://schemas.microsoft.com/office/powerpoint/2010/main" val="3540978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483">
          <p15:clr>
            <a:srgbClr val="FBAE40"/>
          </p15:clr>
        </p15:guide>
        <p15:guide id="3" pos="7141">
          <p15:clr>
            <a:srgbClr val="FBAE40"/>
          </p15:clr>
        </p15:guide>
        <p15:guide id="4" orient="horz" pos="991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119269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7D64EC-DA4C-BA4D-87B3-681A69F456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</a:t>
            </a:r>
          </a:p>
        </p:txBody>
      </p:sp>
    </p:spTree>
    <p:extLst>
      <p:ext uri="{BB962C8B-B14F-4D97-AF65-F5344CB8AC3E}">
        <p14:creationId xmlns:p14="http://schemas.microsoft.com/office/powerpoint/2010/main" val="460716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82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957">
          <p15:clr>
            <a:srgbClr val="FBAE40"/>
          </p15:clr>
        </p15:guide>
        <p15:guide id="5" pos="6717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CFEA6F-993C-48F5-BABF-D2AE4C3AD3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Monogram</a:t>
            </a:r>
          </a:p>
        </p:txBody>
      </p:sp>
    </p:spTree>
    <p:extLst>
      <p:ext uri="{BB962C8B-B14F-4D97-AF65-F5344CB8AC3E}">
        <p14:creationId xmlns:p14="http://schemas.microsoft.com/office/powerpoint/2010/main" val="481018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4">
          <p15:clr>
            <a:srgbClr val="FBAE40"/>
          </p15:clr>
        </p15:guide>
        <p15:guide id="2" pos="957">
          <p15:clr>
            <a:srgbClr val="FBAE40"/>
          </p15:clr>
        </p15:guide>
        <p15:guide id="3" pos="6727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2651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205B58-DB7E-8244-8533-249ABF49D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C2C5F-A5E4-3C43-ABB2-297B20BE2613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2F1E1E-9164-4ECD-A2F5-BF1183861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1458442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27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orient="horz" pos="3049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pos="949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903D931-FCAA-4277-9747-EAD0E46B91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</a:t>
            </a:r>
          </a:p>
        </p:txBody>
      </p:sp>
    </p:spTree>
    <p:extLst>
      <p:ext uri="{BB962C8B-B14F-4D97-AF65-F5344CB8AC3E}">
        <p14:creationId xmlns:p14="http://schemas.microsoft.com/office/powerpoint/2010/main" val="3999014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>
          <p15:clr>
            <a:srgbClr val="FBAE40"/>
          </p15:clr>
        </p15:guide>
        <p15:guide id="2" orient="horz" pos="3041">
          <p15:clr>
            <a:srgbClr val="FBAE40"/>
          </p15:clr>
        </p15:guide>
        <p15:guide id="3" pos="957">
          <p15:clr>
            <a:srgbClr val="FBAE40"/>
          </p15:clr>
        </p15:guide>
        <p15:guide id="4" orient="horz" pos="2651">
          <p15:clr>
            <a:srgbClr val="FBAE40"/>
          </p15:clr>
        </p15:guide>
        <p15:guide id="5" orient="horz" pos="1482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154A64-3E18-4B3A-9175-6FA1501DBE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Monogram</a:t>
            </a:r>
          </a:p>
        </p:txBody>
      </p:sp>
    </p:spTree>
    <p:extLst>
      <p:ext uri="{BB962C8B-B14F-4D97-AF65-F5344CB8AC3E}">
        <p14:creationId xmlns:p14="http://schemas.microsoft.com/office/powerpoint/2010/main" val="1233172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>
          <p15:clr>
            <a:srgbClr val="FBAE40"/>
          </p15:clr>
        </p15:guide>
        <p15:guide id="2" orient="horz" pos="1474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949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CF17A1-ED95-1C42-BBA5-445814959C5B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C3496-6102-5741-9EDB-99E97DA03433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C43EA4-87C9-4342-86BE-432233929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1123193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57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pos="6717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4359731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4 Pictures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C77B04A-66B3-FE4F-8CF2-1B1B16B93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11569" y="1762739"/>
            <a:ext cx="3044075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31793" y="1762745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31793" y="4056004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52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820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110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pos="3083">
          <p15:clr>
            <a:srgbClr val="FBAE40"/>
          </p15:clr>
        </p15:guide>
        <p15:guide id="9" pos="3295">
          <p15:clr>
            <a:srgbClr val="FBAE40"/>
          </p15:clr>
        </p15:guide>
        <p15:guide id="10" pos="5209">
          <p15:clr>
            <a:srgbClr val="FBAE40"/>
          </p15:clr>
        </p15:guide>
        <p15:guide id="11" pos="5421">
          <p15:clr>
            <a:srgbClr val="FBAE40"/>
          </p15:clr>
        </p15:guide>
        <p15:guide id="12" orient="horz" pos="2558">
          <p15:clr>
            <a:srgbClr val="FBAE40"/>
          </p15:clr>
        </p15:guide>
        <p15:guide id="13" orient="horz" pos="2380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6 Pictures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96889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6889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67693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61B7A5A-FF1D-0348-9380-8CE01CFD56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67693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22D17D8-E5FE-8342-ACA9-789AE4B3C5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40455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5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0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2558">
          <p15:clr>
            <a:srgbClr val="FBAE40"/>
          </p15:clr>
        </p15:guide>
        <p15:guide id="4" pos="1855">
          <p15:clr>
            <a:srgbClr val="FBAE40"/>
          </p15:clr>
        </p15:guide>
        <p15:guide id="5" pos="2075">
          <p15:clr>
            <a:srgbClr val="FBAE40"/>
          </p15:clr>
        </p15:guide>
        <p15:guide id="6" pos="3736">
          <p15:clr>
            <a:srgbClr val="FBAE40"/>
          </p15:clr>
        </p15:guide>
        <p15:guide id="7" pos="3947">
          <p15:clr>
            <a:srgbClr val="FBAE40"/>
          </p15:clr>
        </p15:guide>
        <p15:guide id="8" pos="5599">
          <p15:clr>
            <a:srgbClr val="FBAE40"/>
          </p15:clr>
        </p15:guide>
        <p15:guide id="9" pos="5819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820">
          <p15:clr>
            <a:srgbClr val="FBAE40"/>
          </p15:clr>
        </p15:guide>
        <p15:guide id="14" orient="horz" pos="4252">
          <p15:clr>
            <a:srgbClr val="FBAE40"/>
          </p15:clr>
        </p15:guide>
        <p15:guide id="15" orient="horz" pos="1110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3" y="476722"/>
            <a:ext cx="1063805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8 Pictures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9760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01563D09-47DF-B74D-8437-7B3126127A3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2822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636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EF87835B-E9A2-5C42-95A4-DE8731A8AD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2822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69969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6450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264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3264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87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380">
          <p15:clr>
            <a:srgbClr val="FBAE40"/>
          </p15:clr>
        </p15:guide>
        <p15:guide id="3" orient="horz" pos="1110">
          <p15:clr>
            <a:srgbClr val="FBAE40"/>
          </p15:clr>
        </p15:guide>
        <p15:guide id="4" orient="horz" pos="3820">
          <p15:clr>
            <a:srgbClr val="FBAE40"/>
          </p15:clr>
        </p15:guide>
        <p15:guide id="5" pos="1991">
          <p15:clr>
            <a:srgbClr val="FBAE40"/>
          </p15:clr>
        </p15:guide>
        <p15:guide id="6" pos="2119">
          <p15:clr>
            <a:srgbClr val="FBAE40"/>
          </p15:clr>
        </p15:guide>
        <p15:guide id="7" pos="3779">
          <p15:clr>
            <a:srgbClr val="FBAE40"/>
          </p15:clr>
        </p15:guide>
        <p15:guide id="8" pos="3905">
          <p15:clr>
            <a:srgbClr val="FBAE40"/>
          </p15:clr>
        </p15:guide>
        <p15:guide id="11" orient="horz" pos="2550">
          <p15:clr>
            <a:srgbClr val="FBAE40"/>
          </p15:clr>
        </p15:guide>
        <p15:guide id="12" pos="7159">
          <p15:clr>
            <a:srgbClr val="FBAE40"/>
          </p15:clr>
        </p15:guide>
        <p15:guide id="13" pos="7344">
          <p15:clr>
            <a:srgbClr val="FBAE40"/>
          </p15:clr>
        </p15:guide>
        <p15:guide id="14" pos="7039">
          <p15:clr>
            <a:srgbClr val="FBAE40"/>
          </p15:clr>
        </p15:guide>
        <p15:guide id="15" orient="horz" pos="4252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1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7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1669">
          <p15:clr>
            <a:srgbClr val="FBAE40"/>
          </p15:clr>
        </p15:guide>
        <p15:guide id="3" pos="813">
          <p15:clr>
            <a:srgbClr val="FBAE40"/>
          </p15:clr>
        </p15:guide>
        <p15:guide id="4" orient="horz" pos="3227">
          <p15:clr>
            <a:srgbClr val="FBAE40"/>
          </p15:clr>
        </p15:guide>
        <p15:guide id="5" orient="horz" pos="2948">
          <p15:clr>
            <a:srgbClr val="FBAE40"/>
          </p15:clr>
        </p15:guide>
        <p15:guide id="6" orient="horz" pos="2812">
          <p15:clr>
            <a:srgbClr val="FBAE40"/>
          </p15:clr>
        </p15:guide>
        <p15:guide id="7" orient="horz" pos="2533">
          <p15:clr>
            <a:srgbClr val="FBAE40"/>
          </p15:clr>
        </p15:guide>
        <p15:guide id="8" orient="horz" pos="2414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1957">
          <p15:clr>
            <a:srgbClr val="FBAE40"/>
          </p15:clr>
        </p15:guide>
        <p15:guide id="11" pos="576">
          <p15:clr>
            <a:srgbClr val="FBAE40"/>
          </p15:clr>
        </p15:guide>
        <p15:guide id="12" pos="7159">
          <p15:clr>
            <a:srgbClr val="FBAE40"/>
          </p15:clr>
        </p15:guide>
        <p15:guide id="13" pos="7039">
          <p15:clr>
            <a:srgbClr val="FBAE40"/>
          </p15:clr>
        </p15:guide>
        <p15:guide id="14" pos="7344">
          <p15:clr>
            <a:srgbClr val="FBAE40"/>
          </p15:clr>
        </p15:guide>
        <p15:guide id="15" orient="horz" pos="4252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92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669">
          <p15:clr>
            <a:srgbClr val="FBAE40"/>
          </p15:clr>
        </p15:guide>
        <p15:guide id="4" orient="horz" pos="1957">
          <p15:clr>
            <a:srgbClr val="FBAE40"/>
          </p15:clr>
        </p15:guide>
        <p15:guide id="5" orient="horz" pos="2126">
          <p15:clr>
            <a:srgbClr val="FBAE40"/>
          </p15:clr>
        </p15:guide>
        <p15:guide id="6" orient="horz" pos="2533">
          <p15:clr>
            <a:srgbClr val="FBAE40"/>
          </p15:clr>
        </p15:guide>
        <p15:guide id="7" orient="horz" pos="2812">
          <p15:clr>
            <a:srgbClr val="FBAE40"/>
          </p15:clr>
        </p15:guide>
        <p15:guide id="8" orient="horz" pos="2948">
          <p15:clr>
            <a:srgbClr val="FBAE40"/>
          </p15:clr>
        </p15:guide>
        <p15:guide id="9" orient="horz" pos="3227">
          <p15:clr>
            <a:srgbClr val="FBAE40"/>
          </p15:clr>
        </p15:guide>
        <p15:guide id="10" pos="584">
          <p15:clr>
            <a:srgbClr val="FBAE40"/>
          </p15:clr>
        </p15:guide>
        <p15:guide id="11" pos="813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440">
          <p15:clr>
            <a:srgbClr val="FBAE40"/>
          </p15:clr>
        </p15:guide>
        <p15:guide id="14" orient="horz" pos="4252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367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50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pos="6243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218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3947-2842-E846-AE58-D7953313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062A-7845-E540-8DDB-3E4E4F92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F9384-2DA2-7D41-92D1-3BD104ED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2E70-C6D1-414A-AA62-EC40A79D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3269" y="6356356"/>
            <a:ext cx="62854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CB14-AED4-384B-A613-43D1C848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45841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Proxima Nova Rg" panose="02000506030000020004" pitchFamily="50" charset="0"/>
              </a:defRPr>
            </a:lvl1pPr>
          </a:lstStyle>
          <a:p>
            <a:r>
              <a:rPr lang="en-US" dirty="0"/>
              <a:t>Intro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Proxima Nova Rg" panose="02000506030000020004" pitchFamily="50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8171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558">
          <p15:clr>
            <a:srgbClr val="FBAE40"/>
          </p15:clr>
        </p15:guide>
        <p15:guide id="2" pos="483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orient="horz" pos="991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259724" y="144966"/>
            <a:ext cx="87538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- Monogram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3883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24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pos="483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 - Picture Backgr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2142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Gradient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0000">
                <a:srgbClr val="328A5E">
                  <a:alpha val="78000"/>
                </a:srgbClr>
              </a:gs>
              <a:gs pos="100000">
                <a:schemeClr val="accent2">
                  <a:lumMod val="60000"/>
                  <a:lumOff val="40000"/>
                  <a:alpha val="60000"/>
                </a:schemeClr>
              </a:gs>
              <a:gs pos="36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 Picture Background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E0110-86FC-B542-B54F-1133FA61432F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7493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46">
          <p15:clr>
            <a:srgbClr val="FBAE40"/>
          </p15:clr>
        </p15:guide>
        <p15:guide id="3" pos="6243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  <p15:guide id="6" orient="horz" pos="2744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DF7E55-8B87-B44B-840B-893B5558C8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9000">
                <a:schemeClr val="accent3"/>
              </a:gs>
              <a:gs pos="29000">
                <a:srgbClr val="006241"/>
              </a:gs>
            </a:gsLst>
            <a:lin ang="1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Intro Slide – Gradient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588678"/>
            <a:ext cx="12192000" cy="269322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859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0">
          <p15:clr>
            <a:srgbClr val="FBAE40"/>
          </p15:clr>
        </p15:guide>
        <p15:guide id="6" orient="horz" pos="2744">
          <p15:clr>
            <a:srgbClr val="FBAE40"/>
          </p15:clr>
        </p15:guide>
        <p15:guide id="7" pos="6244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7C0CC0-C774-0848-A11D-83E365540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551" y="1893768"/>
            <a:ext cx="9149800" cy="3930960"/>
          </a:xfrm>
        </p:spPr>
        <p:txBody>
          <a:bodyPr/>
          <a:lstStyle>
            <a:lvl1pPr marL="457178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914354" indent="-457178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2pPr>
            <a:lvl3pPr marL="1257238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3pPr>
            <a:lvl4pPr marL="1714414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4pPr>
            <a:lvl5pPr marL="2171592" indent="-342882">
              <a:lnSpc>
                <a:spcPct val="100000"/>
              </a:lnSpc>
              <a:buClr>
                <a:schemeClr val="accent3"/>
              </a:buClr>
              <a:buFont typeface="+mj-lt"/>
              <a:buAutoNum type="arabicPeriod"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553" y="927106"/>
            <a:ext cx="9149799" cy="4500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Table of contents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06E5B7-9C36-8C48-82D2-06CDA969C61C}"/>
              </a:ext>
            </a:extLst>
          </p:cNvPr>
          <p:cNvCxnSpPr>
            <a:cxnSpLocks/>
          </p:cNvCxnSpPr>
          <p:nvPr/>
        </p:nvCxnSpPr>
        <p:spPr>
          <a:xfrm flipH="1">
            <a:off x="762552" y="15960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88AB329A-D2E1-4246-AA52-3B7FD857F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51" y="6066372"/>
            <a:ext cx="2474976" cy="27499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411355" y="5976244"/>
            <a:ext cx="6500999" cy="365125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1041270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15">
          <p15:clr>
            <a:srgbClr val="FBAE40"/>
          </p15:clr>
        </p15:guide>
        <p15:guide id="3" orient="horz" pos="1194">
          <p15:clr>
            <a:srgbClr val="FBAE40"/>
          </p15:clr>
        </p15:guide>
        <p15:guide id="4" orient="horz" pos="3973">
          <p15:clr>
            <a:srgbClr val="FBAE40"/>
          </p15:clr>
        </p15:guide>
        <p15:guide id="5" pos="6244">
          <p15:clr>
            <a:srgbClr val="FBAE40"/>
          </p15:clr>
        </p15:guide>
        <p15:guide id="6" orient="horz" pos="584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61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CF1CCBC-343B-CD4F-BF3E-3463406E4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3259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53A1AF-5960-D84C-9B0A-309532AD9D0A}"/>
              </a:ext>
            </a:extLst>
          </p:cNvPr>
          <p:cNvCxnSpPr>
            <a:cxnSpLocks/>
          </p:cNvCxnSpPr>
          <p:nvPr/>
        </p:nvCxnSpPr>
        <p:spPr>
          <a:xfrm>
            <a:off x="6096000" y="2222627"/>
            <a:ext cx="0" cy="358521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0F1FEA-C095-9C41-AF49-B3244A7C633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557325" y="2730355"/>
            <a:ext cx="4621423" cy="307748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79F181-696D-A344-9BE8-D865710349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7322" y="2174380"/>
            <a:ext cx="4621420" cy="435426"/>
          </a:xfrm>
        </p:spPr>
        <p:txBody>
          <a:bodyPr/>
          <a:lstStyle>
            <a:lvl1pPr marL="0" indent="0" algn="l">
              <a:buNone/>
              <a:defRPr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Objectives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3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0">
          <p15:clr>
            <a:srgbClr val="FBAE40"/>
          </p15:clr>
        </p15:guide>
        <p15:guide id="2" pos="339">
          <p15:clr>
            <a:srgbClr val="FBAE40"/>
          </p15:clr>
        </p15:guide>
        <p15:guide id="4" pos="3837">
          <p15:clr>
            <a:srgbClr val="FBAE40"/>
          </p15:clr>
        </p15:guide>
        <p15:guide id="5" pos="7159">
          <p15:clr>
            <a:srgbClr val="FBAE40"/>
          </p15:clr>
        </p15:guide>
        <p15:guide id="6" pos="7225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orient="horz" pos="1372">
          <p15:clr>
            <a:srgbClr val="FBAE40"/>
          </p15:clr>
        </p15:guide>
        <p15:guide id="9" pos="635">
          <p15:clr>
            <a:srgbClr val="FBAE40"/>
          </p15:clr>
        </p15:guide>
        <p15:guide id="10" pos="3549">
          <p15:clr>
            <a:srgbClr val="FBAE40"/>
          </p15:clr>
        </p15:guide>
        <p15:guide id="11" pos="4135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659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32C1565-79B8-074A-A1EC-EB2AEDA7B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3CF229-07A4-0A48-B37A-224A953F232A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05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36">
          <p15:clr>
            <a:srgbClr val="FBAE40"/>
          </p15:clr>
        </p15:guide>
        <p15:guide id="3" pos="3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3778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7039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0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Two Columns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0D36-0B0B-184D-8149-9B9135D3625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52764" y="1645670"/>
            <a:ext cx="5306656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 baseline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50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78">
          <p15:clr>
            <a:srgbClr val="FBAE40"/>
          </p15:clr>
        </p15:guide>
        <p15:guide id="4" orient="horz" pos="1033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pos="7344">
          <p15:clr>
            <a:srgbClr val="FBAE40"/>
          </p15:clr>
        </p15:guide>
        <p15:guide id="7" pos="3685">
          <p15:clr>
            <a:srgbClr val="FBAE40"/>
          </p15:clr>
        </p15:guide>
        <p15:guide id="8" pos="3999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5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aseline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Three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3113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aseline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69861" y="1645669"/>
            <a:ext cx="3285783" cy="4532881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88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2407">
          <p15:clr>
            <a:srgbClr val="FBAE40"/>
          </p15:clr>
        </p15:guide>
        <p15:guide id="8" pos="2804">
          <p15:clr>
            <a:srgbClr val="FBAE40"/>
          </p15:clr>
        </p15:guide>
        <p15:guide id="9" pos="4879">
          <p15:clr>
            <a:srgbClr val="FBAE40"/>
          </p15:clr>
        </p15:guide>
        <p15:guide id="10" pos="5269">
          <p15:clr>
            <a:srgbClr val="FBAE40"/>
          </p15:clr>
        </p15:guide>
        <p15:guide id="11" orient="horz" pos="4252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-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3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2pPr>
            <a:lvl3pPr marL="914354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3pPr>
            <a:lvl4pPr marL="1371532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4pPr>
            <a:lvl5pPr marL="1828709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Title and Text – Four Columns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21CA2C-7612-4048-8310-44CF888BB3F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14791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818386-66BA-5445-8FE3-6B46BB48E1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3218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71A652-E99D-A440-AF7D-B3DF482D3EA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1645" y="1645670"/>
            <a:ext cx="2483999" cy="453288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178" indent="0">
              <a:lnSpc>
                <a:spcPct val="100000"/>
              </a:lnSpc>
              <a:buNone/>
              <a:defRPr>
                <a:latin typeface="+mn-lt"/>
              </a:defRPr>
            </a:lvl2pPr>
            <a:lvl3pPr marL="914354" indent="0">
              <a:lnSpc>
                <a:spcPct val="100000"/>
              </a:lnSpc>
              <a:buNone/>
              <a:defRPr>
                <a:latin typeface="+mn-lt"/>
              </a:defRPr>
            </a:lvl3pPr>
            <a:lvl4pPr marL="1371532" indent="0">
              <a:lnSpc>
                <a:spcPct val="100000"/>
              </a:lnSpc>
              <a:buNone/>
              <a:defRPr>
                <a:latin typeface="+mn-lt"/>
              </a:defRPr>
            </a:lvl4pPr>
            <a:lvl5pPr marL="1828709" indent="0">
              <a:lnSpc>
                <a:spcPct val="100000"/>
              </a:lnSpc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1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40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1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orient="horz" pos="432">
          <p15:clr>
            <a:srgbClr val="FBAE40"/>
          </p15:clr>
        </p15:guide>
        <p15:guide id="7" pos="339">
          <p15:clr>
            <a:srgbClr val="FBAE40"/>
          </p15:clr>
        </p15:guide>
        <p15:guide id="8" pos="1907">
          <p15:clr>
            <a:srgbClr val="FBAE40"/>
          </p15:clr>
        </p15:guide>
        <p15:guide id="9" pos="2152">
          <p15:clr>
            <a:srgbClr val="FBAE40"/>
          </p15:clr>
        </p15:guide>
        <p15:guide id="10" pos="3964">
          <p15:clr>
            <a:srgbClr val="FBAE40"/>
          </p15:clr>
        </p15:guide>
        <p15:guide id="11" pos="5531">
          <p15:clr>
            <a:srgbClr val="FBAE40"/>
          </p15:clr>
        </p15:guide>
        <p15:guide id="12" pos="5777">
          <p15:clr>
            <a:srgbClr val="FBAE40"/>
          </p15:clr>
        </p15:guide>
        <p15:guide id="13" pos="7159">
          <p15:clr>
            <a:srgbClr val="FBAE40"/>
          </p15:clr>
        </p15:guide>
        <p15:guide id="14" pos="7344">
          <p15:clr>
            <a:srgbClr val="FBAE40"/>
          </p15:clr>
        </p15:guide>
        <p15:guide id="15" pos="7039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4979776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right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r>
              <a:rPr lang="en-US" dirty="0"/>
              <a:t>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486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339">
          <p15:clr>
            <a:srgbClr val="FBAE40"/>
          </p15:clr>
        </p15:guide>
        <p15:guide id="6" pos="3473">
          <p15:clr>
            <a:srgbClr val="FBAE40"/>
          </p15:clr>
        </p15:guide>
        <p15:guide id="7" pos="7159">
          <p15:clr>
            <a:srgbClr val="FBAE40"/>
          </p15:clr>
        </p15:guide>
        <p15:guide id="8" orient="horz" pos="4252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"/>
            <a:ext cx="6096000" cy="6392979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041" y="1645669"/>
            <a:ext cx="4979776" cy="4532881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1pPr>
            <a:lvl2pPr marL="800078" indent="-34290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2pPr>
            <a:lvl3pPr marL="1200104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3pPr>
            <a:lvl4pPr marL="1657282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4pPr>
            <a:lvl5pPr marL="2114459" indent="-285750">
              <a:lnSpc>
                <a:spcPct val="100000"/>
              </a:lnSpc>
              <a:buFont typeface="Arial" panose="020B0604020202020204" pitchFamily="34" charset="0"/>
              <a:buChar char="•"/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041" y="476722"/>
            <a:ext cx="461070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Left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8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033">
          <p15:clr>
            <a:srgbClr val="FBAE40"/>
          </p15:clr>
        </p15:guide>
        <p15:guide id="4" pos="7159">
          <p15:clr>
            <a:srgbClr val="FBAE40"/>
          </p15:clr>
        </p15:guide>
        <p15:guide id="5" pos="7276">
          <p15:clr>
            <a:srgbClr val="FBAE40"/>
          </p15:clr>
        </p15:guide>
        <p15:guide id="6" pos="4135">
          <p15:clr>
            <a:srgbClr val="FBAE40"/>
          </p15:clr>
        </p15:guide>
        <p15:guide id="7" orient="horz" pos="4024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pos="339">
          <p15:clr>
            <a:srgbClr val="FBAE40"/>
          </p15:clr>
        </p15:guide>
        <p15:guide id="10" pos="7039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Pictur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CAFCE-8EC7-084D-BB9A-53CC579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5"/>
            <a:ext cx="11119267" cy="1580751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0" i="0">
                <a:latin typeface="Proxima Nova Rg" panose="02000506030000020004" pitchFamily="2" charset="0"/>
              </a:defRPr>
            </a:lvl1pPr>
            <a:lvl2pPr marL="457178" indent="0">
              <a:lnSpc>
                <a:spcPct val="100000"/>
              </a:lnSpc>
              <a:buNone/>
              <a:defRPr/>
            </a:lvl2pPr>
            <a:lvl3pPr marL="914354" indent="0">
              <a:lnSpc>
                <a:spcPct val="100000"/>
              </a:lnSpc>
              <a:buNone/>
              <a:defRPr/>
            </a:lvl3pPr>
            <a:lvl4pPr marL="1371532" indent="0">
              <a:lnSpc>
                <a:spcPct val="100000"/>
              </a:lnSpc>
              <a:buNone/>
              <a:defRPr/>
            </a:lvl4pPr>
            <a:lvl5pPr marL="1828709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with Picture Horizontal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3429007"/>
            <a:ext cx="12192000" cy="296397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28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159">
          <p15:clr>
            <a:srgbClr val="FBAE40"/>
          </p15:clr>
        </p15:guide>
        <p15:guide id="4" pos="7344">
          <p15:clr>
            <a:srgbClr val="FBAE40"/>
          </p15:clr>
        </p15:guide>
        <p15:guide id="5" pos="7039">
          <p15:clr>
            <a:srgbClr val="FBAE40"/>
          </p15:clr>
        </p15:guide>
        <p15:guide id="6" orient="horz" pos="1033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orient="horz" pos="2033">
          <p15:clr>
            <a:srgbClr val="FBAE40"/>
          </p15:clr>
        </p15:guide>
        <p15:guide id="9" orient="horz" pos="4252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57694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991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EE52DBA-0B5D-5C4F-BA21-9A50C1ADD9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3" y="1876586"/>
            <a:ext cx="9150351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- Monogram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3" y="4356261"/>
            <a:ext cx="9150351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99825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584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44">
          <p15:clr>
            <a:srgbClr val="FBAE40"/>
          </p15:clr>
        </p15:guide>
        <p15:guide id="6" pos="6244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9DCCF1-D258-304E-92F9-EAA5549B6A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DDA15B-1995-AE43-880C-7F4CEF5CD2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BF7DDEF-89EA-0549-818A-952EB33F3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9144000" cy="1655762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71B4D-8ED0-0B45-92CD-A27082105A38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12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0990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991">
          <p15:clr>
            <a:srgbClr val="FBAE40"/>
          </p15:clr>
        </p15:guide>
        <p15:guide id="2" pos="483">
          <p15:clr>
            <a:srgbClr val="FBAE40"/>
          </p15:clr>
        </p15:guide>
        <p15:guide id="3" pos="6244">
          <p15:clr>
            <a:srgbClr val="FBAE40"/>
          </p15:clr>
        </p15:guide>
        <p15:guide id="4" orient="horz" pos="2550">
          <p15:clr>
            <a:srgbClr val="FBAE40"/>
          </p15:clr>
        </p15:guide>
        <p15:guide id="5" orient="horz" pos="2753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B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76722"/>
            <a:ext cx="937598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Boss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6365" y="1976916"/>
            <a:ext cx="3602311" cy="363569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66597" y="2506679"/>
            <a:ext cx="5545755" cy="339026"/>
          </a:xfrm>
        </p:spPr>
        <p:txBody>
          <a:bodyPr anchor="ctr"/>
          <a:lstStyle>
            <a:lvl1pPr marL="0" indent="0" algn="l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6597" y="2904792"/>
            <a:ext cx="5545755" cy="28543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6597" y="3350677"/>
            <a:ext cx="5545755" cy="2261928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4366596" y="238508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34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5">
          <p15:clr>
            <a:srgbClr val="FBAE40"/>
          </p15:clr>
        </p15:guide>
        <p15:guide id="2" pos="6244">
          <p15:clr>
            <a:srgbClr val="FBAE40"/>
          </p15:clr>
        </p15:guide>
        <p15:guide id="3" orient="horz" pos="1499">
          <p15:clr>
            <a:srgbClr val="FBAE40"/>
          </p15:clr>
        </p15:guide>
        <p15:guide id="4" orient="horz" pos="440">
          <p15:clr>
            <a:srgbClr val="FBAE40"/>
          </p15:clr>
        </p15:guide>
        <p15:guide id="5" pos="339">
          <p15:clr>
            <a:srgbClr val="FBAE40"/>
          </p15:clr>
        </p15:guide>
        <p15:guide id="6" orient="horz" pos="4252">
          <p15:clr>
            <a:srgbClr val="FBAE40"/>
          </p15:clr>
        </p15:guide>
        <p15:guide id="7" orient="horz" pos="3532">
          <p15:clr>
            <a:srgbClr val="FBAE40"/>
          </p15:clr>
        </p15:guide>
        <p15:guide id="8" pos="7159">
          <p15:clr>
            <a:srgbClr val="FBAE40"/>
          </p15:clr>
        </p15:guide>
        <p15:guide id="9" orient="horz" pos="1576">
          <p15:clr>
            <a:srgbClr val="FBAE40"/>
          </p15:clr>
        </p15:guide>
        <p15:guide id="10" pos="2743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2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298411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Meet the Team - 2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3028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7228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7228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7228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3043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AE08200-0919-354A-B310-E1D281B289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4609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B2B4F39-16C6-E841-B350-5DC46939C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8809" y="4099995"/>
            <a:ext cx="437596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0C973AA0-7B20-DF40-86C2-6C2E1095A8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8809" y="4498108"/>
            <a:ext cx="437596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D3C700E-8DCB-8A43-AE2A-44BE7DEF77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8809" y="4943999"/>
            <a:ext cx="437596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FD2488-DB5A-8246-9846-57E401E9BA55}"/>
              </a:ext>
            </a:extLst>
          </p:cNvPr>
          <p:cNvCxnSpPr>
            <a:cxnSpLocks/>
          </p:cNvCxnSpPr>
          <p:nvPr/>
        </p:nvCxnSpPr>
        <p:spPr>
          <a:xfrm flipH="1">
            <a:off x="814462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33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3812">
          <p15:clr>
            <a:srgbClr val="FBAE40"/>
          </p15:clr>
        </p15:guide>
        <p15:guide id="5" pos="856">
          <p15:clr>
            <a:srgbClr val="FBAE40"/>
          </p15:clr>
        </p15:guide>
        <p15:guide id="6" pos="6827">
          <p15:clr>
            <a:srgbClr val="FBAE40"/>
          </p15:clr>
        </p15:guide>
        <p15:guide id="7" pos="3608">
          <p15:clr>
            <a:srgbClr val="FBAE40"/>
          </p15:clr>
        </p15:guide>
        <p15:guide id="8" pos="4067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159">
          <p15:clr>
            <a:srgbClr val="FBAE40"/>
          </p15:clr>
        </p15:guide>
        <p15:guide id="11" orient="horz" pos="2507">
          <p15:clr>
            <a:srgbClr val="FBAE40"/>
          </p15:clr>
        </p15:guide>
        <p15:guide id="12" orient="horz" pos="2584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3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5" y="476722"/>
            <a:ext cx="10610239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- 3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902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814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814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14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204904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018D83C-D9C2-164A-BAA0-1693A29FDD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66041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D45E3436-75BA-6C4F-A3AD-0512FCA25B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5157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6D1318F-1B29-794A-A5C4-2F2878439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45157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AB2693E-0F42-5943-9CDE-F764D6F16B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45157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F0BD70-16B4-3E45-A3A1-01D7F662B1EF}"/>
              </a:ext>
            </a:extLst>
          </p:cNvPr>
          <p:cNvCxnSpPr>
            <a:cxnSpLocks/>
          </p:cNvCxnSpPr>
          <p:nvPr/>
        </p:nvCxnSpPr>
        <p:spPr>
          <a:xfrm flipH="1">
            <a:off x="5606056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3726E9E4-6602-B84C-B4B2-0A06C5C093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741345" y="1861264"/>
            <a:ext cx="1884363" cy="190182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F66B470-33A4-8C40-A0C1-FE0405F739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0461" y="4099995"/>
            <a:ext cx="2926143" cy="339026"/>
          </a:xfrm>
        </p:spPr>
        <p:txBody>
          <a:bodyPr anchor="ctr"/>
          <a:lstStyle>
            <a:lvl1pPr marL="0" indent="0" algn="ctr">
              <a:buNone/>
              <a:defRPr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A41CD59-4E6B-FA4F-B0A1-887D849863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20461" y="4498108"/>
            <a:ext cx="2926143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63735AA2-BC8E-9945-91B9-5618B63B50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0461" y="4943999"/>
            <a:ext cx="2926143" cy="110220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F468785-BF21-9F4B-8797-82A8D19E9623}"/>
              </a:ext>
            </a:extLst>
          </p:cNvPr>
          <p:cNvCxnSpPr>
            <a:cxnSpLocks/>
          </p:cNvCxnSpPr>
          <p:nvPr/>
        </p:nvCxnSpPr>
        <p:spPr>
          <a:xfrm flipH="1">
            <a:off x="9181360" y="3978396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28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9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252">
          <p15:clr>
            <a:srgbClr val="FBAE40"/>
          </p15:clr>
        </p15:guide>
        <p15:guide id="5" orient="horz" pos="2507">
          <p15:clr>
            <a:srgbClr val="FBAE40"/>
          </p15:clr>
        </p15:guide>
        <p15:guide id="6" orient="horz" pos="2584">
          <p15:clr>
            <a:srgbClr val="FBAE40"/>
          </p15:clr>
        </p15:guide>
        <p15:guide id="7" pos="7023">
          <p15:clr>
            <a:srgbClr val="FBAE40"/>
          </p15:clr>
        </p15:guide>
        <p15:guide id="8" pos="7159">
          <p15:clr>
            <a:srgbClr val="FBAE40"/>
          </p15:clr>
        </p15:guide>
        <p15:guide id="9" pos="5176">
          <p15:clr>
            <a:srgbClr val="FBAE40"/>
          </p15:clr>
        </p15:guide>
        <p15:guide id="10" pos="687">
          <p15:clr>
            <a:srgbClr val="FBAE40"/>
          </p15:clr>
        </p15:guide>
        <p15:guide id="11" pos="2533">
          <p15:clr>
            <a:srgbClr val="FBAE40"/>
          </p15:clr>
        </p15:guide>
        <p15:guide id="12" pos="1601">
          <p15:clr>
            <a:srgbClr val="FBAE40"/>
          </p15:clr>
        </p15:guide>
        <p15:guide id="13" pos="6108">
          <p15:clr>
            <a:srgbClr val="FBAE40"/>
          </p15:clr>
        </p15:guide>
        <p15:guide id="14" orient="horz" pos="432">
          <p15:clr>
            <a:srgbClr val="FBAE40"/>
          </p15:clr>
        </p15:guide>
        <p15:guide id="15" orient="horz" pos="3812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 - 5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4" y="476722"/>
            <a:ext cx="1063646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Meet the Team - 5 Profiles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B97E4E-7184-234F-BA6B-9A3EECF693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8163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6459-A21C-1442-A11B-62DE80B25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8163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8F2CEF9-97A9-E642-94BC-55A6D7AD5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8163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E1B79F5-704D-5A40-86A4-06225CB87E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163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6C0959-CF70-2B46-A07D-8915A0E5C0A6}"/>
              </a:ext>
            </a:extLst>
          </p:cNvPr>
          <p:cNvCxnSpPr>
            <a:cxnSpLocks/>
          </p:cNvCxnSpPr>
          <p:nvPr/>
        </p:nvCxnSpPr>
        <p:spPr>
          <a:xfrm flipH="1">
            <a:off x="95398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F1A0F53-E7C2-F847-BBBD-4A9805F308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5927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7B481680-9ED9-5F4B-9DBC-8AFFDE9DEE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08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E5F11699-2468-D548-80EB-F0189B19DF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5808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6C57E762-522E-DD40-9331-80B0111F9C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808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E1DE42-CB13-524B-A1A4-0658DBEB2E95}"/>
              </a:ext>
            </a:extLst>
          </p:cNvPr>
          <p:cNvCxnSpPr>
            <a:cxnSpLocks/>
          </p:cNvCxnSpPr>
          <p:nvPr/>
        </p:nvCxnSpPr>
        <p:spPr>
          <a:xfrm flipH="1">
            <a:off x="3273908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3">
            <a:extLst>
              <a:ext uri="{FF2B5EF4-FFF2-40B4-BE49-F238E27FC236}">
                <a16:creationId xmlns:a16="http://schemas.microsoft.com/office/drawing/2014/main" id="{B8145BBC-2BA8-0E41-A2B1-D82CE406F9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80387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D174840-C8B7-DB4F-9862-1CC77E6040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78007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294F2042-0B27-4741-B017-1BD06113BE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78007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8094B37-C635-4F4B-BD71-46406B02D1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78007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C8C11F-1C92-F24A-B4AC-D6EBEBE6E53A}"/>
              </a:ext>
            </a:extLst>
          </p:cNvPr>
          <p:cNvCxnSpPr>
            <a:cxnSpLocks/>
          </p:cNvCxnSpPr>
          <p:nvPr/>
        </p:nvCxnSpPr>
        <p:spPr>
          <a:xfrm flipH="1">
            <a:off x="5593832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icture Placeholder 3">
            <a:extLst>
              <a:ext uri="{FF2B5EF4-FFF2-40B4-BE49-F238E27FC236}">
                <a16:creationId xmlns:a16="http://schemas.microsoft.com/office/drawing/2014/main" id="{148B1993-955A-F849-AEC7-F4BB70CC872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01499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B7D55A6B-6006-B24D-B3C4-C24F157804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499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7DD43118-8AE4-3840-B0F7-3D4A9DAA11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01499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9527BE04-9D0E-4B4D-AD97-C40E3D8F8A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01499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F92F2D-F465-0F46-948D-809D7102C224}"/>
              </a:ext>
            </a:extLst>
          </p:cNvPr>
          <p:cNvCxnSpPr>
            <a:cxnSpLocks/>
          </p:cNvCxnSpPr>
          <p:nvPr/>
        </p:nvCxnSpPr>
        <p:spPr>
          <a:xfrm flipH="1">
            <a:off x="7917324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Picture Placeholder 3">
            <a:extLst>
              <a:ext uri="{FF2B5EF4-FFF2-40B4-BE49-F238E27FC236}">
                <a16:creationId xmlns:a16="http://schemas.microsoft.com/office/drawing/2014/main" id="{34E4767E-3447-1F41-A340-7C55E6A9F65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822615" y="1808080"/>
            <a:ext cx="1835988" cy="1711253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9D338BB9-4D26-4F44-970D-8600E8FF63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2615" y="3856239"/>
            <a:ext cx="1835988" cy="3390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330753E-E042-CF45-95CF-2F97180FD9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22615" y="4254352"/>
            <a:ext cx="1835988" cy="2854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C2CD3CD8-8E82-4B42-A04F-CF2FC38CF9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2615" y="4700243"/>
            <a:ext cx="1835988" cy="147830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520B97F-95CE-E54A-B092-ED9F885DD00B}"/>
              </a:ext>
            </a:extLst>
          </p:cNvPr>
          <p:cNvCxnSpPr>
            <a:cxnSpLocks/>
          </p:cNvCxnSpPr>
          <p:nvPr/>
        </p:nvCxnSpPr>
        <p:spPr>
          <a:xfrm flipH="1">
            <a:off x="10238436" y="3734640"/>
            <a:ext cx="10043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9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25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355">
          <p15:clr>
            <a:srgbClr val="FBAE40"/>
          </p15:clr>
        </p15:guide>
        <p15:guide id="3" orient="horz" pos="2431">
          <p15:clr>
            <a:srgbClr val="FBAE40"/>
          </p15:clr>
        </p15:guide>
        <p15:guide id="4" orient="horz" pos="3947">
          <p15:clr>
            <a:srgbClr val="FBAE40"/>
          </p15:clr>
        </p15:guide>
        <p15:guide id="5" orient="horz" pos="4252">
          <p15:clr>
            <a:srgbClr val="FBAE40"/>
          </p15:clr>
        </p15:guide>
        <p15:guide id="6" orient="horz" pos="1135">
          <p15:clr>
            <a:srgbClr val="FBAE40"/>
          </p15:clr>
        </p15:guide>
        <p15:guide id="7" pos="339">
          <p15:clr>
            <a:srgbClr val="FBAE40"/>
          </p15:clr>
        </p15:guide>
        <p15:guide id="8" pos="7344">
          <p15:clr>
            <a:srgbClr val="FBAE40"/>
          </p15:clr>
        </p15:guide>
        <p15:guide id="9" pos="7159">
          <p15:clr>
            <a:srgbClr val="FBAE40"/>
          </p15:clr>
        </p15:guide>
        <p15:guide id="10" pos="6184">
          <p15:clr>
            <a:srgbClr val="FBAE40"/>
          </p15:clr>
        </p15:guide>
        <p15:guide id="11" pos="1499">
          <p15:clr>
            <a:srgbClr val="FBAE40"/>
          </p15:clr>
        </p15:guide>
        <p15:guide id="12" pos="1804">
          <p15:clr>
            <a:srgbClr val="FBAE40"/>
          </p15:clr>
        </p15:guide>
        <p15:guide id="13" pos="2956">
          <p15:clr>
            <a:srgbClr val="FBAE40"/>
          </p15:clr>
        </p15:guide>
        <p15:guide id="14" pos="3261">
          <p15:clr>
            <a:srgbClr val="FBAE40"/>
          </p15:clr>
        </p15:guide>
        <p15:guide id="15" pos="4423">
          <p15:clr>
            <a:srgbClr val="FBAE40"/>
          </p15:clr>
        </p15:guide>
        <p15:guide id="16" pos="4727">
          <p15:clr>
            <a:srgbClr val="FBAE40"/>
          </p15:clr>
        </p15:guide>
        <p15:guide id="17" pos="5879">
          <p15:clr>
            <a:srgbClr val="FBAE40"/>
          </p15:clr>
        </p15:guide>
        <p15:guide id="18" pos="7039">
          <p15:clr>
            <a:srgbClr val="FBAE40"/>
          </p15:clr>
        </p15:guide>
        <p15:guide id="19" orient="horz" pos="432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1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48129" y="1660419"/>
            <a:ext cx="6897785" cy="4360208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53550" y="1595976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45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0">
          <p15:clr>
            <a:srgbClr val="FBAE40"/>
          </p15:clr>
        </p15:guide>
        <p15:guide id="2" orient="horz" pos="1033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pos="339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pos="4684">
          <p15:clr>
            <a:srgbClr val="FBAE40"/>
          </p15:clr>
        </p15:guide>
        <p15:guide id="9" pos="4904">
          <p15:clr>
            <a:srgbClr val="FBAE40"/>
          </p15:clr>
        </p15:guide>
        <p15:guide id="10" orient="horz" pos="432">
          <p15:clr>
            <a:srgbClr val="FBAE4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2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54077" y="1645670"/>
            <a:ext cx="6868771" cy="4351336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5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71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pos="7159">
          <p15:clr>
            <a:srgbClr val="FBAE40"/>
          </p15:clr>
        </p15:guide>
        <p15:guide id="3" orient="horz" pos="4252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orient="horz" pos="3778">
          <p15:clr>
            <a:srgbClr val="FBAE40"/>
          </p15:clr>
        </p15:guide>
        <p15:guide id="6" pos="339">
          <p15:clr>
            <a:srgbClr val="FBAE40"/>
          </p15:clr>
        </p15:guide>
        <p15:guide id="7" pos="2771">
          <p15:clr>
            <a:srgbClr val="FBAE40"/>
          </p15:clr>
        </p15:guide>
        <p15:guide id="8" pos="2999">
          <p15:clr>
            <a:srgbClr val="FBAE40"/>
          </p15:clr>
        </p15:guide>
        <p15:guide id="9" pos="7039">
          <p15:clr>
            <a:srgbClr val="FBAE40"/>
          </p15:clr>
        </p15:guide>
        <p15:guide id="10" pos="7319">
          <p15:clr>
            <a:srgbClr val="FBAE4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able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Text and Table – Option 3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776509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Click icon to add </a:t>
            </a:r>
            <a:r>
              <a:rPr lang="en-US" dirty="0" err="1"/>
              <a:t>tableS</a:t>
            </a:r>
            <a:endParaRPr lang="en-US" dirty="0"/>
          </a:p>
        </p:txBody>
      </p:sp>
      <p:sp>
        <p:nvSpPr>
          <p:cNvPr id="17" name="Table Placeholder 2">
            <a:extLst>
              <a:ext uri="{FF2B5EF4-FFF2-40B4-BE49-F238E27FC236}">
                <a16:creationId xmlns:a16="http://schemas.microsoft.com/office/drawing/2014/main" id="{6BF1EF8E-DA0B-704D-8521-ABAD7DBCCC9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2581" y="1645672"/>
            <a:ext cx="3877795" cy="4351337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9" name="Footer Placeholder 1"/>
          <p:cNvSpPr>
            <a:spLocks noGrp="1"/>
          </p:cNvSpPr>
          <p:nvPr>
            <p:ph type="ftr" sz="quarter" idx="17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432">
          <p15:clr>
            <a:srgbClr val="FBAE40"/>
          </p15:clr>
        </p15:guide>
        <p15:guide id="4" orient="horz" pos="3778">
          <p15:clr>
            <a:srgbClr val="FBAE40"/>
          </p15:clr>
        </p15:guide>
        <p15:guide id="5" orient="horz" pos="1033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pos="7344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792089" y="1645670"/>
            <a:ext cx="3867331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0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5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339">
          <p15:clr>
            <a:srgbClr val="FBAE40"/>
          </p15:clr>
        </p15:guide>
        <p15:guide id="4" orient="horz" pos="432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pos="4684">
          <p15:clr>
            <a:srgbClr val="FBAE40"/>
          </p15:clr>
        </p15:guide>
        <p15:guide id="8" pos="4904">
          <p15:clr>
            <a:srgbClr val="FBAE40"/>
          </p15:clr>
        </p15:guide>
        <p15:guide id="9" orient="horz" pos="1033">
          <p15:clr>
            <a:srgbClr val="FBAE40"/>
          </p15:clr>
        </p15:guide>
        <p15:guide id="10" orient="horz" pos="3778">
          <p15:clr>
            <a:srgbClr val="FBAE4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6175A9-EBE4-6C48-969F-5E952C87697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2581" y="1645670"/>
            <a:ext cx="3867331" cy="4351338"/>
          </a:xfrm>
        </p:spPr>
        <p:txBody>
          <a:bodyPr wrap="square" lIns="0" tIns="0" rIns="0" anchor="t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96E531A0-92C3-364A-A62C-092C6DA655C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754076" y="1645672"/>
            <a:ext cx="6901565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87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1">
          <p15:clr>
            <a:srgbClr val="FBAE40"/>
          </p15:clr>
        </p15:guide>
        <p15:guide id="10" pos="2999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 –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85957F-ACA5-D748-A069-E71676AF8C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20441" y="1645670"/>
            <a:ext cx="2638983" cy="4351338"/>
          </a:xfrm>
        </p:spPr>
        <p:txBody>
          <a:bodyPr/>
          <a:lstStyle>
            <a:lvl1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1pPr>
            <a:lvl2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2pPr>
            <a:lvl3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3pPr>
            <a:lvl4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4pPr>
            <a:lvl5pPr>
              <a:lnSpc>
                <a:spcPct val="100000"/>
              </a:lnSpc>
              <a:defRPr b="0" i="0">
                <a:latin typeface="Proxima Nova Rg" panose="0200050603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5C999E9-9675-E748-9B2F-5EC3E280027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32583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374F2BC2-8C3A-6249-AB96-BD5ED2EEC092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776511" y="1645672"/>
            <a:ext cx="3877796" cy="4351337"/>
          </a:xfrm>
        </p:spPr>
        <p:txBody>
          <a:bodyPr/>
          <a:lstStyle>
            <a:lvl1pPr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580" y="474011"/>
            <a:ext cx="10640245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Chart with Text – Option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90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778">
          <p15:clr>
            <a:srgbClr val="FBAE40"/>
          </p15:clr>
        </p15:guide>
        <p15:guide id="7" orient="horz" pos="1033">
          <p15:clr>
            <a:srgbClr val="FBAE40"/>
          </p15:clr>
        </p15:guide>
        <p15:guide id="8" orient="horz" pos="432">
          <p15:clr>
            <a:srgbClr val="FBAE40"/>
          </p15:clr>
        </p15:guide>
        <p15:guide id="9" pos="2779">
          <p15:clr>
            <a:srgbClr val="FBAE40"/>
          </p15:clr>
        </p15:guide>
        <p15:guide id="10" pos="3007">
          <p15:clr>
            <a:srgbClr val="FBAE40"/>
          </p15:clr>
        </p15:guide>
        <p15:guide id="11" pos="5455">
          <p15:clr>
            <a:srgbClr val="FBAE40"/>
          </p15:clr>
        </p15:guide>
        <p15:guide id="12" pos="5684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SWOT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927" y="2873929"/>
            <a:ext cx="2358264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6178C06-CDE8-6B4D-AE79-44B6A32FB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1073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1553AF-8C1F-B344-9898-52841A7BB9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4221" y="2873929"/>
            <a:ext cx="2358267" cy="312364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ACDFF35E-9476-0E4E-93EF-E59390DAF5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7372" y="2878143"/>
            <a:ext cx="2358269" cy="3119437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65419" y="1985741"/>
            <a:ext cx="2358268" cy="61490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2911" y="1990853"/>
            <a:ext cx="2358268" cy="604710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80402" y="1988619"/>
            <a:ext cx="2378201" cy="606944"/>
          </a:xfrm>
        </p:spPr>
        <p:txBody>
          <a:bodyPr>
            <a:noAutofit/>
          </a:bodyPr>
          <a:lstStyle>
            <a:lvl1pPr marL="0" indent="0" algn="l">
              <a:buNone/>
              <a:defRPr sz="26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>
            <a:off x="3201425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CF75A2-1D3C-6246-B540-552A648A25F4}"/>
              </a:ext>
            </a:extLst>
          </p:cNvPr>
          <p:cNvCxnSpPr>
            <a:cxnSpLocks/>
          </p:cNvCxnSpPr>
          <p:nvPr/>
        </p:nvCxnSpPr>
        <p:spPr>
          <a:xfrm>
            <a:off x="6096000" y="1985741"/>
            <a:ext cx="8965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7EAF87-CC91-2A47-8A15-27762B512FBF}"/>
              </a:ext>
            </a:extLst>
          </p:cNvPr>
          <p:cNvCxnSpPr>
            <a:cxnSpLocks/>
          </p:cNvCxnSpPr>
          <p:nvPr/>
        </p:nvCxnSpPr>
        <p:spPr>
          <a:xfrm>
            <a:off x="9005224" y="1985741"/>
            <a:ext cx="0" cy="401183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4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</a:t>
            </a:r>
            <a:r>
              <a:rPr lang="en-GB" dirty="0">
                <a:latin typeface="Proxima Nova Rg" panose="02000506030000020004" pitchFamily="2" charset="0"/>
              </a:rPr>
              <a:t>apply</a:t>
            </a:r>
            <a:r>
              <a:rPr lang="en-GB" dirty="0"/>
              <a:t>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50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15">
          <p15:clr>
            <a:srgbClr val="FBAE40"/>
          </p15:clr>
        </p15:guide>
        <p15:guide id="2" orient="horz" pos="1813">
          <p15:clr>
            <a:srgbClr val="FBAE40"/>
          </p15:clr>
        </p15:guide>
        <p15:guide id="3" pos="33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9" orient="horz" pos="3778">
          <p15:clr>
            <a:srgbClr val="FBAE40"/>
          </p15:clr>
        </p15:guide>
        <p15:guide id="10" orient="horz" pos="1635">
          <p15:clr>
            <a:srgbClr val="FBAE40"/>
          </p15:clr>
        </p15:guide>
        <p15:guide id="11" orient="horz" pos="1254">
          <p15:clr>
            <a:srgbClr val="FBAE40"/>
          </p15:clr>
        </p15:guide>
        <p15:guide id="12" orient="horz" pos="4252">
          <p15:clr>
            <a:srgbClr val="FBAE40"/>
          </p15:clr>
        </p15:guide>
        <p15:guide id="13" pos="1839">
          <p15:clr>
            <a:srgbClr val="FBAE40"/>
          </p15:clr>
        </p15:guide>
        <p15:guide id="14" pos="2185">
          <p15:clr>
            <a:srgbClr val="FBAE40"/>
          </p15:clr>
        </p15:guide>
        <p15:guide id="15" pos="3668">
          <p15:clr>
            <a:srgbClr val="FBAE40"/>
          </p15:clr>
        </p15:guide>
        <p15:guide id="16" pos="5507">
          <p15:clr>
            <a:srgbClr val="FBAE40"/>
          </p15:clr>
        </p15:guide>
        <p15:guide id="17" pos="5845">
          <p15:clr>
            <a:srgbClr val="FBAE4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925972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PEST Analysis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B89F8E2-B64D-AC49-A8DD-AF613312CE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8089" y="1882464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6601CF6-624C-4A4E-B63C-0AB8AD4B0D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7927" y="1887429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6B470C7-D692-C244-8ADA-5E6292A32A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927" y="3031847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3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46D524-4125-844F-9646-96AC9FC2EE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7927" y="4176265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4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69B9DF6-3D13-AC41-AF63-DFE238830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6360" y="5320684"/>
            <a:ext cx="2432408" cy="768545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 i="0">
                <a:solidFill>
                  <a:schemeClr val="accent5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64D14FE-F0EC-9E45-8211-8AECE22E1CC0}"/>
              </a:ext>
            </a:extLst>
          </p:cNvPr>
          <p:cNvCxnSpPr>
            <a:cxnSpLocks/>
          </p:cNvCxnSpPr>
          <p:nvPr/>
        </p:nvCxnSpPr>
        <p:spPr>
          <a:xfrm flipH="1">
            <a:off x="557927" y="2847664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1AE01-0A53-D74B-8BE4-E6490CE5C583}"/>
              </a:ext>
            </a:extLst>
          </p:cNvPr>
          <p:cNvCxnSpPr>
            <a:cxnSpLocks/>
          </p:cNvCxnSpPr>
          <p:nvPr/>
        </p:nvCxnSpPr>
        <p:spPr>
          <a:xfrm flipH="1">
            <a:off x="557927" y="3999957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5501F-60A1-6745-A84A-F8EC2892729A}"/>
              </a:ext>
            </a:extLst>
          </p:cNvPr>
          <p:cNvCxnSpPr>
            <a:cxnSpLocks/>
          </p:cNvCxnSpPr>
          <p:nvPr/>
        </p:nvCxnSpPr>
        <p:spPr>
          <a:xfrm flipH="1">
            <a:off x="557927" y="5137381"/>
            <a:ext cx="1109771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3455D8F-754F-F744-9774-4115CF132E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28089" y="3034757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C42B7F4-16A0-EB4B-9A61-205EEA8D87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28089" y="4179906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5CE8B1B-51DA-AE48-ADBD-6D16542AE6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28089" y="5329959"/>
            <a:ext cx="8327553" cy="76854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6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39">
          <p15:clr>
            <a:srgbClr val="FBAE40"/>
          </p15:clr>
        </p15:guide>
        <p15:guide id="2" orient="horz" pos="3837">
          <p15:clr>
            <a:srgbClr val="FBAE40"/>
          </p15:clr>
        </p15:guide>
        <p15:guide id="3" pos="7159">
          <p15:clr>
            <a:srgbClr val="FBAE40"/>
          </p15:clr>
        </p15:guide>
        <p15:guide id="4" pos="339">
          <p15:clr>
            <a:srgbClr val="FBAE40"/>
          </p15:clr>
        </p15:guide>
        <p15:guide id="5" pos="1880">
          <p15:clr>
            <a:srgbClr val="FBAE40"/>
          </p15:clr>
        </p15:guide>
        <p15:guide id="6" pos="2092">
          <p15:clr>
            <a:srgbClr val="FBAE40"/>
          </p15:clr>
        </p15:guide>
        <p15:guide id="7" pos="7344">
          <p15:clr>
            <a:srgbClr val="FBAE40"/>
          </p15:clr>
        </p15:guide>
        <p15:guide id="8" orient="horz" pos="3354">
          <p15:clr>
            <a:srgbClr val="FBAE40"/>
          </p15:clr>
        </p15:guide>
        <p15:guide id="9" orient="horz" pos="3117">
          <p15:clr>
            <a:srgbClr val="FBAE40"/>
          </p15:clr>
        </p15:guide>
        <p15:guide id="10" orient="horz" pos="2634">
          <p15:clr>
            <a:srgbClr val="FBAE40"/>
          </p15:clr>
        </p15:guide>
        <p15:guide id="11" orient="horz" pos="2397">
          <p15:clr>
            <a:srgbClr val="FBAE40"/>
          </p15:clr>
        </p15:guide>
        <p15:guide id="12" orient="horz" pos="1906">
          <p15:clr>
            <a:srgbClr val="FBAE40"/>
          </p15:clr>
        </p15:guide>
        <p15:guide id="13" orient="horz" pos="1677">
          <p15:clr>
            <a:srgbClr val="FBAE40"/>
          </p15:clr>
        </p15:guide>
        <p15:guide id="14" orient="horz" pos="1186">
          <p15:clr>
            <a:srgbClr val="FBAE40"/>
          </p15:clr>
        </p15:guide>
        <p15:guide id="15" orient="horz" pos="432">
          <p15:clr>
            <a:srgbClr val="FBAE40"/>
          </p15:clr>
        </p15:guide>
        <p15:guide id="16" orient="horz" pos="4252">
          <p15:clr>
            <a:srgbClr val="FBAE4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nt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6186C-701A-BC45-AC88-392EAFC5B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26592"/>
              </p:ext>
            </p:extLst>
          </p:nvPr>
        </p:nvGraphicFramePr>
        <p:xfrm>
          <a:off x="817760" y="1531933"/>
          <a:ext cx="10837893" cy="4669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5105">
                  <a:extLst>
                    <a:ext uri="{9D8B030D-6E8A-4147-A177-3AD203B41FA5}">
                      <a16:colId xmlns:a16="http://schemas.microsoft.com/office/drawing/2014/main" val="5981043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4168066833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0410059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11855810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63548254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33900521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04059563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149573802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839960209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918524498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3569936324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110722687"/>
                    </a:ext>
                  </a:extLst>
                </a:gridCol>
                <a:gridCol w="816899">
                  <a:extLst>
                    <a:ext uri="{9D8B030D-6E8A-4147-A177-3AD203B41FA5}">
                      <a16:colId xmlns:a16="http://schemas.microsoft.com/office/drawing/2014/main" val="2450500902"/>
                    </a:ext>
                  </a:extLst>
                </a:gridCol>
              </a:tblGrid>
              <a:tr h="618332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Apr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Jul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Aug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Sep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Oct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Nov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roxima Nova Rg" panose="02000506030000020004" pitchFamily="50" charset="0"/>
                        </a:rPr>
                        <a:t>Dec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971151"/>
                  </a:ext>
                </a:extLst>
              </a:tr>
              <a:tr h="4051430"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Proxima Nova Rg" panose="02000506030000020004" pitchFamily="50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524781"/>
                  </a:ext>
                </a:extLst>
              </a:tr>
            </a:tbl>
          </a:graphicData>
        </a:graphic>
      </p:graphicFrame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1E18BAE-9E2F-A544-8C18-ABE725352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0" y="495867"/>
            <a:ext cx="10638053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Gantt Chart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884DB4-8724-2444-AC73-01BDA7C1B2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359" y="200990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D305F03-5586-5E4F-81F2-236A9DB36A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81565" y="3052038"/>
            <a:ext cx="3910361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4DB0538-1629-4B42-A56E-318B4C7952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359" y="253136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75659CF-3622-2743-851F-8923DB01AF3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89038" y="3574264"/>
            <a:ext cx="298852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4B7ABE6A-4FF3-9543-84D7-72D8B9B04E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6359" y="3052812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CE93C9B-BDFA-DA48-9722-93E7AC19B4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60029" y="4102225"/>
            <a:ext cx="7036264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7FE31FF-EFEA-774A-B412-A17BCCF5651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359" y="3574264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06182F5-CA73-9548-8C9E-778C0D79C2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2383" y="4617168"/>
            <a:ext cx="4832196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E7B252-5204-C54B-B2AB-728EAAD287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6359" y="4095716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6352348-FB9A-0C4E-AC97-1B51444891A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81564" y="5138620"/>
            <a:ext cx="5332965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68E1BFD4-3A5E-8641-9D2F-00409E3793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6359" y="5660073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E6AA6E42-ABF6-0042-B39E-9D863B855B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1737" y="5660073"/>
            <a:ext cx="645283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A47D090-BD26-A34F-A587-274164E562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6359" y="4617168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6E947712-F350-C94B-A96E-F9EF11B0DCA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6359" y="5138620"/>
            <a:ext cx="711200" cy="25673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 i="0">
                <a:solidFill>
                  <a:srgbClr val="00624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Task 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55B41E2F-B664-B64E-A6F2-0F2A19DCC05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19706" y="2539082"/>
            <a:ext cx="5657387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E61344E7-7C91-2348-832A-A007EEA0A35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868360" y="2011556"/>
            <a:ext cx="4277293" cy="25673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77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3905">
          <p15:clr>
            <a:srgbClr val="FBAE40"/>
          </p15:clr>
        </p15:guide>
        <p15:guide id="7" orient="horz" pos="966">
          <p15:clr>
            <a:srgbClr val="FBAE40"/>
          </p15:clr>
        </p15:guide>
        <p15:guide id="8" pos="788">
          <p15:clr>
            <a:srgbClr val="FBAE40"/>
          </p15:clr>
        </p15:guide>
        <p15:guide id="9" orient="horz" pos="440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90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32">
          <p15:clr>
            <a:srgbClr val="FBAE40"/>
          </p15:clr>
        </p15:guide>
        <p15:guide id="3" pos="7159">
          <p15:clr>
            <a:srgbClr val="FBAE40"/>
          </p15:clr>
        </p15:guide>
        <p15:guide id="4" pos="7039">
          <p15:clr>
            <a:srgbClr val="FBAE40"/>
          </p15:clr>
        </p15:guide>
        <p15:guide id="5" pos="7344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2442410"/>
            <a:ext cx="3420932" cy="3420000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5431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145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38936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238603" y="1652337"/>
            <a:ext cx="3420932" cy="790074"/>
          </a:xfrm>
          <a:solidFill>
            <a:schemeClr val="accent3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438936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8238603" y="5841108"/>
            <a:ext cx="342093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  <a:latin typeface="+mn-lt"/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4"/>
          <p:cNvSpPr>
            <a:spLocks noGrp="1"/>
          </p:cNvSpPr>
          <p:nvPr>
            <p:ph type="body" sz="quarter" idx="24"/>
          </p:nvPr>
        </p:nvSpPr>
        <p:spPr>
          <a:xfrm>
            <a:off x="438936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4"/>
          <p:cNvSpPr>
            <a:spLocks noGrp="1"/>
          </p:cNvSpPr>
          <p:nvPr>
            <p:ph type="body" sz="quarter" idx="25"/>
          </p:nvPr>
        </p:nvSpPr>
        <p:spPr>
          <a:xfrm>
            <a:off x="8238603" y="2442411"/>
            <a:ext cx="3420932" cy="3420000"/>
          </a:xfrm>
          <a:solidFill>
            <a:schemeClr val="accent1"/>
          </a:solidFill>
        </p:spPr>
        <p:txBody>
          <a:bodyPr lIns="396000" tIns="360000" rIns="396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25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2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3789">
          <p15:clr>
            <a:srgbClr val="FBAE40"/>
          </p15:clr>
        </p15:guide>
        <p15:guide id="4" pos="7159">
          <p15:clr>
            <a:srgbClr val="FBAE40"/>
          </p15:clr>
        </p15:guide>
        <p15:guide id="5" pos="7039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432">
          <p15:clr>
            <a:srgbClr val="FBAE40"/>
          </p15:clr>
        </p15:guide>
        <p15:guide id="8" pos="2491">
          <p15:clr>
            <a:srgbClr val="FBAE40"/>
          </p15:clr>
        </p15:guide>
        <p15:guide id="9" pos="2761">
          <p15:clr>
            <a:srgbClr val="FBAE40"/>
          </p15:clr>
        </p15:guide>
        <p15:guide id="10" pos="4921">
          <p15:clr>
            <a:srgbClr val="FBAE40"/>
          </p15:clr>
        </p15:guide>
        <p15:guide id="11" pos="5192">
          <p15:clr>
            <a:srgbClr val="FBAE40"/>
          </p15:clr>
        </p15:guide>
        <p15:guide id="12" orient="horz" pos="4252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4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5" name="Triangle 4"/>
            <p:cNvSpPr/>
            <p:nvPr/>
          </p:nvSpPr>
          <p:spPr>
            <a:xfrm rot="5400000">
              <a:off x="6059966" y="1923372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9" name="Group 8"/>
          <p:cNvGrpSpPr/>
          <p:nvPr/>
        </p:nvGrpSpPr>
        <p:grpSpPr>
          <a:xfrm rot="10800000">
            <a:off x="542925" y="3749587"/>
            <a:ext cx="5430947" cy="2287958"/>
            <a:chOff x="6227654" y="1665288"/>
            <a:chExt cx="5430946" cy="2369060"/>
          </a:xfrm>
          <a:solidFill>
            <a:schemeClr val="accent5"/>
          </a:solidFill>
        </p:grpSpPr>
        <p:sp>
          <p:nvSpPr>
            <p:cNvPr id="10" name="Rectangle 9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1" name="Triangle 10"/>
            <p:cNvSpPr/>
            <p:nvPr/>
          </p:nvSpPr>
          <p:spPr>
            <a:xfrm rot="10800000">
              <a:off x="11157494" y="3818354"/>
              <a:ext cx="250553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12" name="Group 11"/>
          <p:cNvGrpSpPr/>
          <p:nvPr/>
        </p:nvGrpSpPr>
        <p:grpSpPr>
          <a:xfrm rot="10800000">
            <a:off x="6030965" y="3939994"/>
            <a:ext cx="5627639" cy="2097557"/>
            <a:chOff x="542925" y="1665288"/>
            <a:chExt cx="5754191" cy="2170112"/>
          </a:xfrm>
          <a:solidFill>
            <a:schemeClr val="accent2"/>
          </a:solidFill>
        </p:grpSpPr>
        <p:sp>
          <p:nvSpPr>
            <p:cNvPr id="13" name="Rectangle 12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14" name="Triangle 13"/>
            <p:cNvSpPr/>
            <p:nvPr/>
          </p:nvSpPr>
          <p:spPr>
            <a:xfrm rot="5400000">
              <a:off x="6055866" y="1923370"/>
              <a:ext cx="266505" cy="21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982281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6667009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+mn-lt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0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803">
          <p15:clr>
            <a:srgbClr val="FBAE40"/>
          </p15:clr>
        </p15:guide>
        <p15:guide id="4" orient="horz" pos="1050">
          <p15:clr>
            <a:srgbClr val="FBAE40"/>
          </p15:clr>
        </p15:guide>
        <p15:guide id="5" pos="3752">
          <p15:clr>
            <a:srgbClr val="FBAE40"/>
          </p15:clr>
        </p15:guide>
        <p15:guide id="6" pos="3923">
          <p15:clr>
            <a:srgbClr val="FBAE40"/>
          </p15:clr>
        </p15:guide>
        <p15:guide id="7" orient="horz" pos="2482">
          <p15:clr>
            <a:srgbClr val="FBAE40"/>
          </p15:clr>
        </p15:guide>
        <p15:guide id="8" orient="horz" pos="2338">
          <p15:clr>
            <a:srgbClr val="FBAE40"/>
          </p15:clr>
        </p15:guide>
        <p15:guide id="9" orient="horz" pos="432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3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42929" y="1665288"/>
            <a:ext cx="5631649" cy="2052000"/>
            <a:chOff x="542925" y="1665288"/>
            <a:chExt cx="5758291" cy="2170112"/>
          </a:xfrm>
        </p:grpSpPr>
        <p:sp>
          <p:nvSpPr>
            <p:cNvPr id="4" name="Rectangle 3"/>
            <p:cNvSpPr/>
            <p:nvPr/>
          </p:nvSpPr>
          <p:spPr>
            <a:xfrm>
              <a:off x="542925" y="1665288"/>
              <a:ext cx="5553075" cy="2170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27" name="Triangle 26"/>
            <p:cNvSpPr/>
            <p:nvPr/>
          </p:nvSpPr>
          <p:spPr>
            <a:xfrm rot="5400000">
              <a:off x="6059966" y="3318348"/>
              <a:ext cx="266505" cy="21599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27653" y="1665288"/>
            <a:ext cx="5430947" cy="2247806"/>
            <a:chOff x="6227654" y="1665288"/>
            <a:chExt cx="5430946" cy="2369060"/>
          </a:xfrm>
        </p:grpSpPr>
        <p:sp>
          <p:nvSpPr>
            <p:cNvPr id="7" name="Rectangle 6"/>
            <p:cNvSpPr/>
            <p:nvPr/>
          </p:nvSpPr>
          <p:spPr>
            <a:xfrm>
              <a:off x="6227654" y="1665288"/>
              <a:ext cx="5430946" cy="21701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sp>
          <p:nvSpPr>
            <p:cNvPr id="8" name="Triangle 7"/>
            <p:cNvSpPr/>
            <p:nvPr/>
          </p:nvSpPr>
          <p:spPr>
            <a:xfrm rot="10800000">
              <a:off x="6481437" y="3818354"/>
              <a:ext cx="250553" cy="21599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</p:grpSp>
      <p:sp>
        <p:nvSpPr>
          <p:cNvPr id="13" name="Rectangle 12"/>
          <p:cNvSpPr/>
          <p:nvPr/>
        </p:nvSpPr>
        <p:spPr>
          <a:xfrm rot="10800000">
            <a:off x="3465029" y="3985545"/>
            <a:ext cx="5430947" cy="20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6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982281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6667009" y="2024621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3904385" y="4344878"/>
            <a:ext cx="4552235" cy="1333334"/>
          </a:xfrm>
        </p:spPr>
        <p:txBody>
          <a:bodyPr anchor="ctr"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riangle 27"/>
          <p:cNvSpPr/>
          <p:nvPr/>
        </p:nvSpPr>
        <p:spPr>
          <a:xfrm>
            <a:off x="5459331" y="3779737"/>
            <a:ext cx="252000" cy="21124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3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50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4252">
          <p15:clr>
            <a:srgbClr val="FBAE40"/>
          </p15:clr>
        </p15:guide>
        <p15:guide id="3" orient="horz" pos="3795">
          <p15:clr>
            <a:srgbClr val="FBAE40"/>
          </p15:clr>
        </p15:guide>
        <p15:guide id="4" orient="horz" pos="2507">
          <p15:clr>
            <a:srgbClr val="FBAE40"/>
          </p15:clr>
        </p15:guide>
        <p15:guide id="5" orient="horz" pos="2338">
          <p15:clr>
            <a:srgbClr val="FBAE40"/>
          </p15:clr>
        </p15:guide>
        <p15:guide id="6" orient="horz" pos="1050">
          <p15:clr>
            <a:srgbClr val="FBAE40"/>
          </p15:clr>
        </p15:guide>
        <p15:guide id="7" pos="3752">
          <p15:clr>
            <a:srgbClr val="FBAE40"/>
          </p15:clr>
        </p15:guide>
        <p15:guide id="8" pos="3923">
          <p15:clr>
            <a:srgbClr val="FBAE40"/>
          </p15:clr>
        </p15:guide>
        <p15:guide id="9" pos="7159">
          <p15:clr>
            <a:srgbClr val="FBAE40"/>
          </p15:clr>
        </p15:guide>
        <p15:guide id="10" pos="7039">
          <p15:clr>
            <a:srgbClr val="FBAE40"/>
          </p15:clr>
        </p15:guide>
        <p15:guide id="11" pos="7344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1 Important + 2 Mi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535431" y="5841108"/>
            <a:ext cx="5560572" cy="173930"/>
          </a:xfrm>
          <a:solidFill>
            <a:schemeClr val="accent5"/>
          </a:solidFill>
        </p:spPr>
        <p:txBody>
          <a:bodyPr lIns="396000" rIns="396000" anchor="ctr">
            <a:noAutofit/>
          </a:bodyPr>
          <a:lstStyle>
            <a:lvl1pPr marL="0" indent="0">
              <a:buNone/>
              <a:defRPr sz="1100" b="1">
                <a:solidFill>
                  <a:schemeClr val="accent5"/>
                </a:solidFill>
              </a:defRPr>
            </a:lvl1pPr>
            <a:lvl2pPr marL="457178" indent="0">
              <a:buNone/>
              <a:defRPr sz="1800" b="1">
                <a:solidFill>
                  <a:schemeClr val="bg1"/>
                </a:solidFill>
              </a:defRPr>
            </a:lvl2pPr>
            <a:lvl3pPr marL="914354" indent="0">
              <a:buNone/>
              <a:defRPr sz="1800" b="1">
                <a:solidFill>
                  <a:schemeClr val="bg1"/>
                </a:solidFill>
              </a:defRPr>
            </a:lvl3pPr>
            <a:lvl4pPr marL="1371532" indent="0">
              <a:buNone/>
              <a:defRPr sz="1800" b="1">
                <a:solidFill>
                  <a:schemeClr val="bg1"/>
                </a:solidFill>
              </a:defRPr>
            </a:lvl4pPr>
            <a:lvl5pPr marL="1828709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535431" y="1652338"/>
            <a:ext cx="5560572" cy="4210073"/>
          </a:xfrm>
          <a:solidFill>
            <a:schemeClr val="accent1"/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4"/>
          <p:cNvSpPr>
            <a:spLocks noGrp="1"/>
          </p:cNvSpPr>
          <p:nvPr>
            <p:ph type="body" sz="quarter" idx="22"/>
          </p:nvPr>
        </p:nvSpPr>
        <p:spPr>
          <a:xfrm>
            <a:off x="6436898" y="1652338"/>
            <a:ext cx="5217695" cy="2089484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4"/>
          <p:cNvSpPr>
            <a:spLocks noGrp="1"/>
          </p:cNvSpPr>
          <p:nvPr>
            <p:ph type="body" sz="quarter" idx="23"/>
          </p:nvPr>
        </p:nvSpPr>
        <p:spPr>
          <a:xfrm>
            <a:off x="6436898" y="3925554"/>
            <a:ext cx="5217695" cy="2089484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396000" tIns="360000" rIns="396000">
            <a:normAutofit/>
          </a:bodyPr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>
              <a:buNone/>
              <a:defRPr sz="1800">
                <a:solidFill>
                  <a:schemeClr val="bg1"/>
                </a:solidFill>
              </a:defRPr>
            </a:lvl2pPr>
            <a:lvl3pPr marL="914354" indent="0">
              <a:buNone/>
              <a:defRPr sz="1800">
                <a:solidFill>
                  <a:schemeClr val="bg1"/>
                </a:solidFill>
              </a:defRPr>
            </a:lvl3pPr>
            <a:lvl4pPr marL="1371532" indent="0">
              <a:buNone/>
              <a:defRPr sz="1800">
                <a:solidFill>
                  <a:schemeClr val="bg1"/>
                </a:solidFill>
              </a:defRPr>
            </a:lvl4pPr>
            <a:lvl5pPr marL="1828709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7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59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52">
          <p15:clr>
            <a:srgbClr val="FBAE40"/>
          </p15:clr>
        </p15:guide>
        <p15:guide id="2" pos="339">
          <p15:clr>
            <a:srgbClr val="FBAE40"/>
          </p15:clr>
        </p15:guide>
        <p15:guide id="3" pos="3837">
          <p15:clr>
            <a:srgbClr val="FBAE40"/>
          </p15:clr>
        </p15:guide>
        <p15:guide id="4" pos="4057">
          <p15:clr>
            <a:srgbClr val="FBAE40"/>
          </p15:clr>
        </p15:guide>
        <p15:guide id="5" pos="7344">
          <p15:clr>
            <a:srgbClr val="FBAE40"/>
          </p15:clr>
        </p15:guide>
        <p15:guide id="6" pos="7159">
          <p15:clr>
            <a:srgbClr val="FBAE40"/>
          </p15:clr>
        </p15:guide>
        <p15:guide id="7" pos="7039">
          <p15:clr>
            <a:srgbClr val="FBAE40"/>
          </p15:clr>
        </p15:guide>
        <p15:guide id="8" orient="horz" pos="3786">
          <p15:clr>
            <a:srgbClr val="FBAE40"/>
          </p15:clr>
        </p15:guide>
        <p15:guide id="9" orient="horz" pos="1042">
          <p15:clr>
            <a:srgbClr val="FBAE40"/>
          </p15:clr>
        </p15:guide>
        <p15:guide id="10" orient="horz" pos="2355">
          <p15:clr>
            <a:srgbClr val="FBAE40"/>
          </p15:clr>
        </p15:guide>
        <p15:guide id="11" orient="horz" pos="2473">
          <p15:clr>
            <a:srgbClr val="FBAE40"/>
          </p15:clr>
        </p15:guide>
        <p15:guide id="12" orient="horz" pos="432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s - 1 Important + 2 Rel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/>
          <p:cNvCxnSpPr/>
          <p:nvPr/>
        </p:nvCxnSpPr>
        <p:spPr>
          <a:xfrm>
            <a:off x="4632161" y="4832685"/>
            <a:ext cx="3725779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64" y="476722"/>
            <a:ext cx="10636465" cy="768545"/>
          </a:xfrm>
        </p:spPr>
        <p:txBody>
          <a:bodyPr/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36360" y="1652338"/>
            <a:ext cx="4362701" cy="4362701"/>
          </a:xfrm>
          <a:prstGeom prst="ellipse">
            <a:avLst/>
          </a:prstGeom>
          <a:solidFill>
            <a:schemeClr val="accent1"/>
          </a:solidFill>
          <a:effectLst>
            <a:softEdge rad="0"/>
          </a:effectLst>
        </p:spPr>
        <p:txBody>
          <a:bodyPr anchor="ctr">
            <a:noAutofit/>
          </a:bodyPr>
          <a:lstStyle>
            <a:lvl1pPr marL="0" indent="0" algn="ctr">
              <a:buNone/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b="1">
                <a:solidFill>
                  <a:schemeClr val="bg1"/>
                </a:solidFill>
              </a:defRPr>
            </a:lvl2pPr>
            <a:lvl3pPr marL="914354" indent="0" algn="ctr">
              <a:buNone/>
              <a:defRPr b="1">
                <a:solidFill>
                  <a:schemeClr val="bg1"/>
                </a:solidFill>
              </a:defRPr>
            </a:lvl3pPr>
            <a:lvl4pPr marL="1371532" indent="0" algn="ctr">
              <a:buNone/>
              <a:defRPr b="1">
                <a:solidFill>
                  <a:schemeClr val="bg1"/>
                </a:solidFill>
              </a:defRPr>
            </a:lvl4pPr>
            <a:lvl5pPr marL="1828709" indent="0" algn="ctr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5672093" y="1652338"/>
            <a:ext cx="2605635" cy="26068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8340598" y="3181501"/>
            <a:ext cx="2832231" cy="283354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18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800"/>
            </a:lvl4pPr>
            <a:lvl5pPr marL="1828709" indent="0" algn="ctr">
              <a:buNone/>
              <a:defRPr sz="1800"/>
            </a:lvl5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4632160" y="2851484"/>
            <a:ext cx="1039933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0CB3332-03E0-A04A-BAC4-A603576BA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E253E1-8640-8F4A-A0B0-47F028DC03C6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18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377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6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042">
          <p15:clr>
            <a:srgbClr val="FBAE40"/>
          </p15:clr>
        </p15:guide>
        <p15:guide id="4" pos="3083">
          <p15:clr>
            <a:srgbClr val="FBAE40"/>
          </p15:clr>
        </p15:guide>
        <p15:guide id="5" pos="7159">
          <p15:clr>
            <a:srgbClr val="FBAE40"/>
          </p15:clr>
        </p15:guide>
        <p15:guide id="6" pos="7344">
          <p15:clr>
            <a:srgbClr val="FBAE40"/>
          </p15:clr>
        </p15:guide>
        <p15:guide id="7" pos="7039">
          <p15:clr>
            <a:srgbClr val="FBAE40"/>
          </p15:clr>
        </p15:guide>
        <p15:guide id="8" orient="horz" pos="4252">
          <p15:clr>
            <a:srgbClr val="FBAE40"/>
          </p15:clr>
        </p15:guide>
        <p15:guide id="9" orient="horz" pos="432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FEBCC-0D5B-EB4B-83EF-3BC2B129F595}"/>
              </a:ext>
            </a:extLst>
          </p:cNvPr>
          <p:cNvSpPr/>
          <p:nvPr/>
        </p:nvSpPr>
        <p:spPr>
          <a:xfrm>
            <a:off x="762000" y="1781994"/>
            <a:ext cx="10589941" cy="4111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3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7785" y="2196775"/>
            <a:ext cx="9638371" cy="3281521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- 1</a:t>
            </a:r>
          </a:p>
        </p:txBody>
      </p:sp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  <p:sp>
        <p:nvSpPr>
          <p:cNvPr id="1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1" y="1352563"/>
            <a:ext cx="10574339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SCHOOL OF - to apply in all slides at the same time edit in Insert &gt; Header &amp; Footer</a:t>
            </a:r>
          </a:p>
        </p:txBody>
      </p:sp>
    </p:spTree>
    <p:extLst>
      <p:ext uri="{BB962C8B-B14F-4D97-AF65-F5344CB8AC3E}">
        <p14:creationId xmlns:p14="http://schemas.microsoft.com/office/powerpoint/2010/main" val="726174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3710">
          <p15:clr>
            <a:srgbClr val="FBAE40"/>
          </p15:clr>
        </p15:guide>
        <p15:guide id="3" pos="714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orient="horz" pos="991">
          <p15:clr>
            <a:srgbClr val="FBAE4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4" y="2256918"/>
            <a:ext cx="10650536" cy="3571454"/>
          </a:xfrm>
        </p:spPr>
        <p:txBody>
          <a:bodyPr anchor="t">
            <a:normAutofit/>
          </a:bodyPr>
          <a:lstStyle>
            <a:lvl1pPr marL="0" indent="0" algn="l">
              <a:buNone/>
              <a:defRPr sz="3600" b="1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- 2</a:t>
            </a:r>
          </a:p>
        </p:txBody>
      </p:sp>
    </p:spTree>
    <p:extLst>
      <p:ext uri="{BB962C8B-B14F-4D97-AF65-F5344CB8AC3E}">
        <p14:creationId xmlns:p14="http://schemas.microsoft.com/office/powerpoint/2010/main" val="2512057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423">
          <p15:clr>
            <a:srgbClr val="FBAE40"/>
          </p15:clr>
        </p15:guide>
        <p15:guide id="3" pos="7192">
          <p15:clr>
            <a:srgbClr val="FBAE40"/>
          </p15:clr>
        </p15:guide>
        <p15:guide id="4" orient="horz" pos="3668">
          <p15:clr>
            <a:srgbClr val="FBAE40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AB Fac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FE5E2-583D-3440-B3E2-B7A6D31591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1AFCF8C-333C-AB4A-9E7D-40B5AC498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5" y="1573213"/>
            <a:ext cx="10585179" cy="4303712"/>
          </a:xfrm>
          <a:solidFill>
            <a:schemeClr val="accent1">
              <a:alpha val="85000"/>
            </a:schemeClr>
          </a:solidFill>
        </p:spPr>
        <p:txBody>
          <a:bodyPr lIns="468000" tIns="468000" rIns="468000" bIns="468000" anchor="ctr">
            <a:normAutofit/>
          </a:bodyPr>
          <a:lstStyle>
            <a:lvl1pPr marL="0" indent="0" algn="l">
              <a:buNone/>
              <a:defRPr sz="36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UAB Fact  - 3</a:t>
            </a:r>
          </a:p>
        </p:txBody>
      </p:sp>
    </p:spTree>
    <p:extLst>
      <p:ext uri="{BB962C8B-B14F-4D97-AF65-F5344CB8AC3E}">
        <p14:creationId xmlns:p14="http://schemas.microsoft.com/office/powerpoint/2010/main" val="4078454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483">
          <p15:clr>
            <a:srgbClr val="FBAE40"/>
          </p15:clr>
        </p15:guide>
        <p15:guide id="3" pos="7141">
          <p15:clr>
            <a:srgbClr val="FBAE40"/>
          </p15:clr>
        </p15:guide>
        <p15:guide id="4" orient="horz" pos="991">
          <p15:clr>
            <a:srgbClr val="FBAE4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119269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7D64EC-DA4C-BA4D-87B3-681A69F456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</a:t>
            </a:r>
          </a:p>
        </p:txBody>
      </p:sp>
    </p:spTree>
    <p:extLst>
      <p:ext uri="{BB962C8B-B14F-4D97-AF65-F5344CB8AC3E}">
        <p14:creationId xmlns:p14="http://schemas.microsoft.com/office/powerpoint/2010/main" val="965650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82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957">
          <p15:clr>
            <a:srgbClr val="FBAE40"/>
          </p15:clr>
        </p15:guide>
        <p15:guide id="5" pos="6717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CFEA6F-993C-48F5-BABF-D2AE4C3AD3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Monogram</a:t>
            </a:r>
          </a:p>
        </p:txBody>
      </p:sp>
    </p:spTree>
    <p:extLst>
      <p:ext uri="{BB962C8B-B14F-4D97-AF65-F5344CB8AC3E}">
        <p14:creationId xmlns:p14="http://schemas.microsoft.com/office/powerpoint/2010/main" val="1512327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4">
          <p15:clr>
            <a:srgbClr val="FBAE40"/>
          </p15:clr>
        </p15:guide>
        <p15:guide id="2" pos="957">
          <p15:clr>
            <a:srgbClr val="FBAE40"/>
          </p15:clr>
        </p15:guide>
        <p15:guide id="3" pos="6727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2651">
          <p15:clr>
            <a:srgbClr val="FBAE40"/>
          </p15:clr>
        </p15:guide>
        <p15:guide id="6" orient="horz" pos="3049">
          <p15:clr>
            <a:srgbClr val="FBAE4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1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B205B58-DB7E-8244-8533-249ABF49D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C2C5F-A5E4-3C43-ABB2-297B20BE2613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34378"/>
            <a:ext cx="9144000" cy="544513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2F1E1E-9164-4ECD-A2F5-BF1183861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1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2797994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27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orient="horz" pos="3049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pos="949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903D931-FCAA-4277-9747-EAD0E46B91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</a:t>
            </a:r>
          </a:p>
        </p:txBody>
      </p:sp>
    </p:spTree>
    <p:extLst>
      <p:ext uri="{BB962C8B-B14F-4D97-AF65-F5344CB8AC3E}">
        <p14:creationId xmlns:p14="http://schemas.microsoft.com/office/powerpoint/2010/main" val="4178955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>
          <p15:clr>
            <a:srgbClr val="FBAE40"/>
          </p15:clr>
        </p15:guide>
        <p15:guide id="2" orient="horz" pos="3041">
          <p15:clr>
            <a:srgbClr val="FBAE40"/>
          </p15:clr>
        </p15:guide>
        <p15:guide id="3" pos="957">
          <p15:clr>
            <a:srgbClr val="FBAE40"/>
          </p15:clr>
        </p15:guide>
        <p15:guide id="4" orient="horz" pos="2651">
          <p15:clr>
            <a:srgbClr val="FBAE40"/>
          </p15:clr>
        </p15:guide>
        <p15:guide id="5" orient="horz" pos="1482">
          <p15:clr>
            <a:srgbClr val="FBAE4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 - Mon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5EEEF7-79F4-5441-BDEB-C2EF6CC2AB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154A64-3E18-4B3A-9175-6FA1501DBE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Monogram</a:t>
            </a:r>
          </a:p>
        </p:txBody>
      </p:sp>
    </p:spTree>
    <p:extLst>
      <p:ext uri="{BB962C8B-B14F-4D97-AF65-F5344CB8AC3E}">
        <p14:creationId xmlns:p14="http://schemas.microsoft.com/office/powerpoint/2010/main" val="3754532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17">
          <p15:clr>
            <a:srgbClr val="FBAE40"/>
          </p15:clr>
        </p15:guide>
        <p15:guide id="2" orient="horz" pos="1474">
          <p15:clr>
            <a:srgbClr val="FBAE40"/>
          </p15:clr>
        </p15:guide>
        <p15:guide id="3" orient="horz" pos="2651">
          <p15:clr>
            <a:srgbClr val="FBAE40"/>
          </p15:clr>
        </p15:guide>
        <p15:guide id="4" pos="949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– Option 2 - Pic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CF17A1-ED95-1C42-BBA5-445814959C5B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solidFill>
            <a:schemeClr val="accent3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C3496-6102-5741-9EDB-99E97DA03433}"/>
              </a:ext>
            </a:extLst>
          </p:cNvPr>
          <p:cNvSpPr txBox="1"/>
          <p:nvPr/>
        </p:nvSpPr>
        <p:spPr>
          <a:xfrm>
            <a:off x="-3" y="-426745"/>
            <a:ext cx="121920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l-PL" sz="1400" dirty="0">
                <a:solidFill>
                  <a:schemeClr val="accent2"/>
                </a:solidFill>
                <a:latin typeface="Proxima Nova Rg" panose="02000506030000020004" pitchFamily="50" charset="0"/>
              </a:rPr>
              <a:t>To insert a background image, right-click on the slide – select FORMAT BACKGROUND &gt; Picture or texture fill</a:t>
            </a:r>
            <a:endParaRPr lang="bg-BG" sz="1400" dirty="0">
              <a:solidFill>
                <a:schemeClr val="accent2"/>
              </a:solidFill>
              <a:latin typeface="Proxima Nova Rg" panose="02000506030000020004" pitchFamily="50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13A2D67-91F3-2946-BCCD-7D3373EEB483}"/>
              </a:ext>
            </a:extLst>
          </p:cNvPr>
          <p:cNvSpPr txBox="1">
            <a:spLocks/>
          </p:cNvSpPr>
          <p:nvPr/>
        </p:nvSpPr>
        <p:spPr>
          <a:xfrm>
            <a:off x="10614212" y="4013434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”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3F74712-47DD-D445-BB61-E4279010D2FD}"/>
              </a:ext>
            </a:extLst>
          </p:cNvPr>
          <p:cNvSpPr txBox="1">
            <a:spLocks/>
          </p:cNvSpPr>
          <p:nvPr/>
        </p:nvSpPr>
        <p:spPr>
          <a:xfrm>
            <a:off x="876289" y="1738906"/>
            <a:ext cx="710184" cy="6272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1500" b="1" kern="1200">
                <a:solidFill>
                  <a:schemeClr val="accent3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24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1500" b="1" i="0" dirty="0">
                <a:solidFill>
                  <a:schemeClr val="bg1"/>
                </a:solidFill>
                <a:latin typeface="Proxima Nova Rg" panose="02000506030000020004" pitchFamily="2" charset="0"/>
              </a:rPr>
              <a:t>“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D460897-86D1-9049-AD57-04D2E0921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825911"/>
            <a:ext cx="9144000" cy="544513"/>
          </a:xfrm>
        </p:spPr>
        <p:txBody>
          <a:bodyPr/>
          <a:lstStyle>
            <a:lvl1pPr marL="0" indent="0" algn="ctr">
              <a:buFont typeface="Arial" charset="0"/>
              <a:buNone/>
              <a:defRPr b="0" i="0">
                <a:solidFill>
                  <a:schemeClr val="accent2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C43EA4-87C9-4342-86BE-4322339295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9239" y="2355273"/>
            <a:ext cx="9144000" cy="1854262"/>
          </a:xfrm>
        </p:spPr>
        <p:txBody>
          <a:bodyPr anchor="ctr"/>
          <a:lstStyle>
            <a:lvl1pPr algn="ctr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Quote – Option 2 </a:t>
            </a:r>
            <a:br>
              <a:rPr lang="en-US" dirty="0"/>
            </a:br>
            <a:r>
              <a:rPr lang="en-US" dirty="0"/>
              <a:t>Picture Background</a:t>
            </a:r>
          </a:p>
        </p:txBody>
      </p:sp>
    </p:spTree>
    <p:extLst>
      <p:ext uri="{BB962C8B-B14F-4D97-AF65-F5344CB8AC3E}">
        <p14:creationId xmlns:p14="http://schemas.microsoft.com/office/powerpoint/2010/main" val="317856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57">
          <p15:clr>
            <a:srgbClr val="FBAE40"/>
          </p15:clr>
        </p15:guide>
        <p15:guide id="2" orient="horz" pos="2651">
          <p15:clr>
            <a:srgbClr val="FBAE40"/>
          </p15:clr>
        </p15:guide>
        <p15:guide id="3" pos="6717">
          <p15:clr>
            <a:srgbClr val="FBAE40"/>
          </p15:clr>
        </p15:guide>
        <p15:guide id="4" orient="horz" pos="1474">
          <p15:clr>
            <a:srgbClr val="FBAE40"/>
          </p15:clr>
        </p15:guide>
        <p15:guide id="5" orient="horz" pos="3041">
          <p15:clr>
            <a:srgbClr val="FBAE40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4359731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4 Pictures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C77B04A-66B3-FE4F-8CF2-1B1B16B934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11569" y="1762739"/>
            <a:ext cx="3044075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31793" y="1762745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31793" y="4056004"/>
            <a:ext cx="3044075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3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74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820">
          <p15:clr>
            <a:srgbClr val="FBAE40"/>
          </p15:clr>
        </p15:guide>
        <p15:guide id="3" pos="7039">
          <p15:clr>
            <a:srgbClr val="FBAE40"/>
          </p15:clr>
        </p15:guide>
        <p15:guide id="4" pos="7159">
          <p15:clr>
            <a:srgbClr val="FBAE40"/>
          </p15:clr>
        </p15:guide>
        <p15:guide id="5" pos="7344">
          <p15:clr>
            <a:srgbClr val="FBAE40"/>
          </p15:clr>
        </p15:guide>
        <p15:guide id="6" orient="horz" pos="1110">
          <p15:clr>
            <a:srgbClr val="FBAE40"/>
          </p15:clr>
        </p15:guide>
        <p15:guide id="7" orient="horz" pos="4252">
          <p15:clr>
            <a:srgbClr val="FBAE40"/>
          </p15:clr>
        </p15:guide>
        <p15:guide id="8" pos="3083">
          <p15:clr>
            <a:srgbClr val="FBAE40"/>
          </p15:clr>
        </p15:guide>
        <p15:guide id="9" pos="3295">
          <p15:clr>
            <a:srgbClr val="FBAE40"/>
          </p15:clr>
        </p15:guide>
        <p15:guide id="10" pos="5209">
          <p15:clr>
            <a:srgbClr val="FBAE40"/>
          </p15:clr>
        </p15:guide>
        <p15:guide id="11" pos="5421">
          <p15:clr>
            <a:srgbClr val="FBAE40"/>
          </p15:clr>
        </p15:guide>
        <p15:guide id="12" orient="horz" pos="2558">
          <p15:clr>
            <a:srgbClr val="FBAE40"/>
          </p15:clr>
        </p15:guide>
        <p15:guide id="13" orient="horz" pos="2380">
          <p15:clr>
            <a:srgbClr val="FBAE40"/>
          </p15:clr>
        </p15:guide>
        <p15:guide id="14" orient="horz" pos="432">
          <p15:clr>
            <a:srgbClr val="FBAE4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6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E64717-DA8A-9C47-B2BD-3971595353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6361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6 Pictures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1F1406A-D302-0942-B0F0-9C31FDC0B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96889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68787C0-3F5F-944B-AD05-6E8E612FC45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6889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67693" y="1762745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61B7A5A-FF1D-0348-9380-8CE01CFD565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67693" y="4056004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22D17D8-E5FE-8342-ACA9-789AE4B3C5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40455" y="1762739"/>
            <a:ext cx="2415184" cy="4308464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70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0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2558">
          <p15:clr>
            <a:srgbClr val="FBAE40"/>
          </p15:clr>
        </p15:guide>
        <p15:guide id="4" pos="1855">
          <p15:clr>
            <a:srgbClr val="FBAE40"/>
          </p15:clr>
        </p15:guide>
        <p15:guide id="5" pos="2075">
          <p15:clr>
            <a:srgbClr val="FBAE40"/>
          </p15:clr>
        </p15:guide>
        <p15:guide id="6" pos="3736">
          <p15:clr>
            <a:srgbClr val="FBAE40"/>
          </p15:clr>
        </p15:guide>
        <p15:guide id="7" pos="3947">
          <p15:clr>
            <a:srgbClr val="FBAE40"/>
          </p15:clr>
        </p15:guide>
        <p15:guide id="8" pos="5599">
          <p15:clr>
            <a:srgbClr val="FBAE40"/>
          </p15:clr>
        </p15:guide>
        <p15:guide id="9" pos="5819">
          <p15:clr>
            <a:srgbClr val="FBAE40"/>
          </p15:clr>
        </p15:guide>
        <p15:guide id="10" pos="7344">
          <p15:clr>
            <a:srgbClr val="FBAE40"/>
          </p15:clr>
        </p15:guide>
        <p15:guide id="11" pos="7159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3820">
          <p15:clr>
            <a:srgbClr val="FBAE40"/>
          </p15:clr>
        </p15:guide>
        <p15:guide id="14" orient="horz" pos="4252">
          <p15:clr>
            <a:srgbClr val="FBAE40"/>
          </p15:clr>
        </p15:guide>
        <p15:guide id="15" orient="horz" pos="1110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 – 8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3" y="476722"/>
            <a:ext cx="10638052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Storyboard – 8 Pictures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9760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01563D09-47DF-B74D-8437-7B3126127A3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2822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636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EF87835B-E9A2-5C42-95A4-DE8731A8AD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02822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69969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6450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54898284-5773-2C46-A187-25145849B57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2641" y="1768797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D5C94E7E-765E-4E48-9104-69D3DA70940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32641" y="4049051"/>
            <a:ext cx="2627419" cy="2015205"/>
          </a:xfrm>
        </p:spPr>
        <p:txBody>
          <a:bodyPr/>
          <a:lstStyle>
            <a:lvl1pPr marL="0" indent="0" algn="ctr">
              <a:buNone/>
              <a:defRPr b="0" i="0">
                <a:latin typeface="Proxima Nova Rg" panose="02000506030000020004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09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2380">
          <p15:clr>
            <a:srgbClr val="FBAE40"/>
          </p15:clr>
        </p15:guide>
        <p15:guide id="3" orient="horz" pos="1110">
          <p15:clr>
            <a:srgbClr val="FBAE40"/>
          </p15:clr>
        </p15:guide>
        <p15:guide id="4" orient="horz" pos="3820">
          <p15:clr>
            <a:srgbClr val="FBAE40"/>
          </p15:clr>
        </p15:guide>
        <p15:guide id="5" pos="1991">
          <p15:clr>
            <a:srgbClr val="FBAE40"/>
          </p15:clr>
        </p15:guide>
        <p15:guide id="6" pos="2119">
          <p15:clr>
            <a:srgbClr val="FBAE40"/>
          </p15:clr>
        </p15:guide>
        <p15:guide id="7" pos="3779">
          <p15:clr>
            <a:srgbClr val="FBAE40"/>
          </p15:clr>
        </p15:guide>
        <p15:guide id="8" pos="3905">
          <p15:clr>
            <a:srgbClr val="FBAE40"/>
          </p15:clr>
        </p15:guide>
        <p15:guide id="11" orient="horz" pos="2550">
          <p15:clr>
            <a:srgbClr val="FBAE40"/>
          </p15:clr>
        </p15:guide>
        <p15:guide id="12" pos="7159">
          <p15:clr>
            <a:srgbClr val="FBAE40"/>
          </p15:clr>
        </p15:guide>
        <p15:guide id="13" pos="7344">
          <p15:clr>
            <a:srgbClr val="FBAE40"/>
          </p15:clr>
        </p15:guide>
        <p15:guide id="14" pos="7039">
          <p15:clr>
            <a:srgbClr val="FBAE40"/>
          </p15:clr>
        </p15:guide>
        <p15:guide id="15" orient="horz" pos="4252">
          <p15:clr>
            <a:srgbClr val="FBAE40"/>
          </p15:clr>
        </p15:guide>
        <p15:guide id="16" orient="horz" pos="432">
          <p15:clr>
            <a:srgbClr val="FBAE40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B6356D3-CE0A-4748-8BAC-B8CD9197E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0781" y="570009"/>
            <a:ext cx="30413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 i="0">
                <a:solidFill>
                  <a:schemeClr val="accent6"/>
                </a:solidFill>
                <a:latin typeface="Proxima Nova Rg" panose="02000506030000020004" pitchFamily="2" charset="0"/>
              </a:defRPr>
            </a:lvl1pPr>
          </a:lstStyle>
          <a:p>
            <a:fld id="{54797FC3-DC33-DA47-95F6-F7EB925D69E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34A81B-555A-5245-87EB-C17138CDA6F9}"/>
              </a:ext>
            </a:extLst>
          </p:cNvPr>
          <p:cNvCxnSpPr>
            <a:cxnSpLocks/>
          </p:cNvCxnSpPr>
          <p:nvPr/>
        </p:nvCxnSpPr>
        <p:spPr>
          <a:xfrm>
            <a:off x="11358347" y="625959"/>
            <a:ext cx="0" cy="2323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1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175C7-9CB8-2448-9B05-69F01779E8F9}"/>
              </a:ext>
            </a:extLst>
          </p:cNvPr>
          <p:cNvSpPr/>
          <p:nvPr/>
        </p:nvSpPr>
        <p:spPr>
          <a:xfrm>
            <a:off x="0" y="6392985"/>
            <a:ext cx="12192000" cy="465015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5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4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1669">
          <p15:clr>
            <a:srgbClr val="FBAE40"/>
          </p15:clr>
        </p15:guide>
        <p15:guide id="3" pos="813">
          <p15:clr>
            <a:srgbClr val="FBAE40"/>
          </p15:clr>
        </p15:guide>
        <p15:guide id="4" orient="horz" pos="3227">
          <p15:clr>
            <a:srgbClr val="FBAE40"/>
          </p15:clr>
        </p15:guide>
        <p15:guide id="5" orient="horz" pos="2948">
          <p15:clr>
            <a:srgbClr val="FBAE40"/>
          </p15:clr>
        </p15:guide>
        <p15:guide id="6" orient="horz" pos="2812">
          <p15:clr>
            <a:srgbClr val="FBAE40"/>
          </p15:clr>
        </p15:guide>
        <p15:guide id="7" orient="horz" pos="2533">
          <p15:clr>
            <a:srgbClr val="FBAE40"/>
          </p15:clr>
        </p15:guide>
        <p15:guide id="8" orient="horz" pos="2414">
          <p15:clr>
            <a:srgbClr val="FBAE40"/>
          </p15:clr>
        </p15:guide>
        <p15:guide id="9" orient="horz" pos="2126">
          <p15:clr>
            <a:srgbClr val="FBAE40"/>
          </p15:clr>
        </p15:guide>
        <p15:guide id="10" orient="horz" pos="1957">
          <p15:clr>
            <a:srgbClr val="FBAE40"/>
          </p15:clr>
        </p15:guide>
        <p15:guide id="11" pos="576">
          <p15:clr>
            <a:srgbClr val="FBAE40"/>
          </p15:clr>
        </p15:guide>
        <p15:guide id="12" pos="7159">
          <p15:clr>
            <a:srgbClr val="FBAE40"/>
          </p15:clr>
        </p15:guide>
        <p15:guide id="13" pos="7039">
          <p15:clr>
            <a:srgbClr val="FBAE40"/>
          </p15:clr>
        </p15:guide>
        <p15:guide id="14" pos="7344">
          <p15:clr>
            <a:srgbClr val="FBAE40"/>
          </p15:clr>
        </p15:guide>
        <p15:guide id="15" orient="horz" pos="4252">
          <p15:clr>
            <a:srgbClr val="FBAE4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us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4FFE8F-3952-B543-A65E-25E368EC85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Proxima Nova Rg" panose="02000506030000020004" pitchFamily="2" charset="0"/>
            </a:endParaRP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B004B08-0BE0-104F-BDA3-27A9E001F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61" y="476722"/>
            <a:ext cx="10636464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Contact us - Option 2</a:t>
            </a:r>
          </a:p>
        </p:txBody>
      </p:sp>
      <p:sp>
        <p:nvSpPr>
          <p:cNvPr id="17" name="Google Shape;1039;p98">
            <a:extLst>
              <a:ext uri="{FF2B5EF4-FFF2-40B4-BE49-F238E27FC236}">
                <a16:creationId xmlns:a16="http://schemas.microsoft.com/office/drawing/2014/main" id="{7CBA5E02-1A72-AA4C-BA0B-45590218EFC5}"/>
              </a:ext>
            </a:extLst>
          </p:cNvPr>
          <p:cNvSpPr/>
          <p:nvPr/>
        </p:nvSpPr>
        <p:spPr>
          <a:xfrm>
            <a:off x="786643" y="2728768"/>
            <a:ext cx="299728" cy="299807"/>
          </a:xfrm>
          <a:custGeom>
            <a:avLst/>
            <a:gdLst/>
            <a:ahLst/>
            <a:cxnLst/>
            <a:rect l="l" t="t" r="r" b="b"/>
            <a:pathLst>
              <a:path w="379" h="380" extrusionOk="0">
                <a:moveTo>
                  <a:pt x="362" y="283"/>
                </a:moveTo>
                <a:lnTo>
                  <a:pt x="314" y="245"/>
                </a:lnTo>
                <a:cubicBezTo>
                  <a:pt x="304" y="236"/>
                  <a:pt x="288" y="236"/>
                  <a:pt x="277" y="244"/>
                </a:cubicBezTo>
                <a:lnTo>
                  <a:pt x="237" y="274"/>
                </a:lnTo>
                <a:cubicBezTo>
                  <a:pt x="232" y="278"/>
                  <a:pt x="225" y="277"/>
                  <a:pt x="220" y="272"/>
                </a:cubicBezTo>
                <a:lnTo>
                  <a:pt x="160" y="218"/>
                </a:lnTo>
                <a:lnTo>
                  <a:pt x="105" y="157"/>
                </a:lnTo>
                <a:cubicBezTo>
                  <a:pt x="100" y="152"/>
                  <a:pt x="100" y="146"/>
                  <a:pt x="103" y="141"/>
                </a:cubicBezTo>
                <a:lnTo>
                  <a:pt x="133" y="100"/>
                </a:lnTo>
                <a:cubicBezTo>
                  <a:pt x="142" y="89"/>
                  <a:pt x="141" y="74"/>
                  <a:pt x="132" y="63"/>
                </a:cubicBezTo>
                <a:lnTo>
                  <a:pt x="94" y="15"/>
                </a:lnTo>
                <a:cubicBezTo>
                  <a:pt x="82" y="1"/>
                  <a:pt x="61" y="0"/>
                  <a:pt x="48" y="13"/>
                </a:cubicBezTo>
                <a:lnTo>
                  <a:pt x="9" y="53"/>
                </a:lnTo>
                <a:cubicBezTo>
                  <a:pt x="3" y="60"/>
                  <a:pt x="0" y="69"/>
                  <a:pt x="0" y="78"/>
                </a:cubicBezTo>
                <a:cubicBezTo>
                  <a:pt x="4" y="157"/>
                  <a:pt x="40" y="233"/>
                  <a:pt x="93" y="285"/>
                </a:cubicBezTo>
                <a:cubicBezTo>
                  <a:pt x="146" y="338"/>
                  <a:pt x="221" y="374"/>
                  <a:pt x="300" y="378"/>
                </a:cubicBezTo>
                <a:cubicBezTo>
                  <a:pt x="309" y="379"/>
                  <a:pt x="318" y="375"/>
                  <a:pt x="324" y="369"/>
                </a:cubicBezTo>
                <a:lnTo>
                  <a:pt x="364" y="328"/>
                </a:lnTo>
                <a:cubicBezTo>
                  <a:pt x="378" y="316"/>
                  <a:pt x="377" y="294"/>
                  <a:pt x="362" y="28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063;p98">
            <a:extLst>
              <a:ext uri="{FF2B5EF4-FFF2-40B4-BE49-F238E27FC236}">
                <a16:creationId xmlns:a16="http://schemas.microsoft.com/office/drawing/2014/main" id="{0D69BA64-6551-1D47-B29B-DCBD8A41F41D}"/>
              </a:ext>
            </a:extLst>
          </p:cNvPr>
          <p:cNvSpPr/>
          <p:nvPr/>
        </p:nvSpPr>
        <p:spPr>
          <a:xfrm>
            <a:off x="786645" y="4137364"/>
            <a:ext cx="299727" cy="230084"/>
          </a:xfrm>
          <a:custGeom>
            <a:avLst/>
            <a:gdLst/>
            <a:ahLst/>
            <a:cxnLst/>
            <a:rect l="l" t="t" r="r" b="b"/>
            <a:pathLst>
              <a:path w="380" h="289" extrusionOk="0">
                <a:moveTo>
                  <a:pt x="183" y="180"/>
                </a:moveTo>
                <a:cubicBezTo>
                  <a:pt x="188" y="184"/>
                  <a:pt x="195" y="184"/>
                  <a:pt x="199" y="180"/>
                </a:cubicBezTo>
                <a:lnTo>
                  <a:pt x="375" y="16"/>
                </a:lnTo>
                <a:cubicBezTo>
                  <a:pt x="379" y="10"/>
                  <a:pt x="378" y="0"/>
                  <a:pt x="366" y="0"/>
                </a:cubicBezTo>
                <a:lnTo>
                  <a:pt x="17" y="1"/>
                </a:lnTo>
                <a:cubicBezTo>
                  <a:pt x="8" y="1"/>
                  <a:pt x="0" y="9"/>
                  <a:pt x="7" y="17"/>
                </a:cubicBezTo>
                <a:lnTo>
                  <a:pt x="183" y="180"/>
                </a:lnTo>
                <a:close/>
                <a:moveTo>
                  <a:pt x="378" y="80"/>
                </a:moveTo>
                <a:cubicBezTo>
                  <a:pt x="378" y="72"/>
                  <a:pt x="369" y="68"/>
                  <a:pt x="363" y="73"/>
                </a:cubicBezTo>
                <a:lnTo>
                  <a:pt x="225" y="200"/>
                </a:lnTo>
                <a:cubicBezTo>
                  <a:pt x="216" y="209"/>
                  <a:pt x="204" y="213"/>
                  <a:pt x="191" y="213"/>
                </a:cubicBezTo>
                <a:cubicBezTo>
                  <a:pt x="179" y="213"/>
                  <a:pt x="167" y="209"/>
                  <a:pt x="158" y="201"/>
                </a:cubicBezTo>
                <a:lnTo>
                  <a:pt x="21" y="73"/>
                </a:lnTo>
                <a:cubicBezTo>
                  <a:pt x="15" y="68"/>
                  <a:pt x="5" y="72"/>
                  <a:pt x="5" y="80"/>
                </a:cubicBezTo>
                <a:cubicBezTo>
                  <a:pt x="5" y="115"/>
                  <a:pt x="5" y="210"/>
                  <a:pt x="5" y="257"/>
                </a:cubicBezTo>
                <a:cubicBezTo>
                  <a:pt x="5" y="274"/>
                  <a:pt x="19" y="288"/>
                  <a:pt x="36" y="288"/>
                </a:cubicBezTo>
                <a:lnTo>
                  <a:pt x="347" y="288"/>
                </a:lnTo>
                <a:cubicBezTo>
                  <a:pt x="364" y="288"/>
                  <a:pt x="378" y="274"/>
                  <a:pt x="378" y="257"/>
                </a:cubicBezTo>
                <a:lnTo>
                  <a:pt x="378" y="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234;p98">
            <a:extLst>
              <a:ext uri="{FF2B5EF4-FFF2-40B4-BE49-F238E27FC236}">
                <a16:creationId xmlns:a16="http://schemas.microsoft.com/office/drawing/2014/main" id="{1489A2A8-96C8-D24A-BA34-22BF5BDD01D1}"/>
              </a:ext>
            </a:extLst>
          </p:cNvPr>
          <p:cNvSpPr/>
          <p:nvPr/>
        </p:nvSpPr>
        <p:spPr>
          <a:xfrm>
            <a:off x="786643" y="4747608"/>
            <a:ext cx="296245" cy="296322"/>
          </a:xfrm>
          <a:custGeom>
            <a:avLst/>
            <a:gdLst/>
            <a:ahLst/>
            <a:cxnLst/>
            <a:rect l="l" t="t" r="r" b="b"/>
            <a:pathLst>
              <a:path w="375" h="375" extrusionOk="0">
                <a:moveTo>
                  <a:pt x="187" y="0"/>
                </a:moveTo>
                <a:cubicBezTo>
                  <a:pt x="84" y="0"/>
                  <a:pt x="0" y="83"/>
                  <a:pt x="0" y="187"/>
                </a:cubicBezTo>
                <a:cubicBezTo>
                  <a:pt x="0" y="290"/>
                  <a:pt x="84" y="374"/>
                  <a:pt x="187" y="374"/>
                </a:cubicBezTo>
                <a:cubicBezTo>
                  <a:pt x="291" y="374"/>
                  <a:pt x="374" y="290"/>
                  <a:pt x="374" y="187"/>
                </a:cubicBezTo>
                <a:cubicBezTo>
                  <a:pt x="374" y="83"/>
                  <a:pt x="291" y="0"/>
                  <a:pt x="187" y="0"/>
                </a:cubicBezTo>
                <a:close/>
                <a:moveTo>
                  <a:pt x="211" y="267"/>
                </a:moveTo>
                <a:cubicBezTo>
                  <a:pt x="199" y="279"/>
                  <a:pt x="195" y="301"/>
                  <a:pt x="190" y="317"/>
                </a:cubicBezTo>
                <a:cubicBezTo>
                  <a:pt x="190" y="320"/>
                  <a:pt x="187" y="323"/>
                  <a:pt x="184" y="325"/>
                </a:cubicBezTo>
                <a:lnTo>
                  <a:pt x="176" y="328"/>
                </a:lnTo>
                <a:cubicBezTo>
                  <a:pt x="172" y="331"/>
                  <a:pt x="166" y="330"/>
                  <a:pt x="162" y="326"/>
                </a:cubicBezTo>
                <a:cubicBezTo>
                  <a:pt x="155" y="319"/>
                  <a:pt x="148" y="308"/>
                  <a:pt x="148" y="297"/>
                </a:cubicBezTo>
                <a:cubicBezTo>
                  <a:pt x="148" y="279"/>
                  <a:pt x="117" y="285"/>
                  <a:pt x="117" y="247"/>
                </a:cubicBezTo>
                <a:cubicBezTo>
                  <a:pt x="117" y="217"/>
                  <a:pt x="78" y="199"/>
                  <a:pt x="50" y="212"/>
                </a:cubicBezTo>
                <a:cubicBezTo>
                  <a:pt x="48" y="213"/>
                  <a:pt x="46" y="215"/>
                  <a:pt x="43" y="215"/>
                </a:cubicBezTo>
                <a:cubicBezTo>
                  <a:pt x="39" y="216"/>
                  <a:pt x="34" y="213"/>
                  <a:pt x="33" y="209"/>
                </a:cubicBezTo>
                <a:cubicBezTo>
                  <a:pt x="32" y="202"/>
                  <a:pt x="32" y="194"/>
                  <a:pt x="32" y="187"/>
                </a:cubicBezTo>
                <a:cubicBezTo>
                  <a:pt x="32" y="149"/>
                  <a:pt x="45" y="115"/>
                  <a:pt x="67" y="89"/>
                </a:cubicBezTo>
                <a:cubicBezTo>
                  <a:pt x="67" y="88"/>
                  <a:pt x="67" y="88"/>
                  <a:pt x="68" y="88"/>
                </a:cubicBezTo>
                <a:cubicBezTo>
                  <a:pt x="87" y="66"/>
                  <a:pt x="111" y="49"/>
                  <a:pt x="139" y="40"/>
                </a:cubicBezTo>
                <a:cubicBezTo>
                  <a:pt x="146" y="37"/>
                  <a:pt x="152" y="45"/>
                  <a:pt x="148" y="51"/>
                </a:cubicBezTo>
                <a:cubicBezTo>
                  <a:pt x="145" y="56"/>
                  <a:pt x="144" y="61"/>
                  <a:pt x="144" y="64"/>
                </a:cubicBezTo>
                <a:cubicBezTo>
                  <a:pt x="144" y="81"/>
                  <a:pt x="129" y="91"/>
                  <a:pt x="122" y="89"/>
                </a:cubicBezTo>
                <a:cubicBezTo>
                  <a:pt x="116" y="86"/>
                  <a:pt x="99" y="97"/>
                  <a:pt x="114" y="105"/>
                </a:cubicBezTo>
                <a:lnTo>
                  <a:pt x="123" y="109"/>
                </a:lnTo>
                <a:lnTo>
                  <a:pt x="124" y="110"/>
                </a:lnTo>
                <a:lnTo>
                  <a:pt x="127" y="111"/>
                </a:lnTo>
                <a:cubicBezTo>
                  <a:pt x="155" y="128"/>
                  <a:pt x="149" y="141"/>
                  <a:pt x="137" y="161"/>
                </a:cubicBezTo>
                <a:cubicBezTo>
                  <a:pt x="124" y="183"/>
                  <a:pt x="119" y="161"/>
                  <a:pt x="100" y="155"/>
                </a:cubicBezTo>
                <a:cubicBezTo>
                  <a:pt x="81" y="149"/>
                  <a:pt x="63" y="160"/>
                  <a:pt x="69" y="173"/>
                </a:cubicBezTo>
                <a:cubicBezTo>
                  <a:pt x="75" y="185"/>
                  <a:pt x="94" y="173"/>
                  <a:pt x="106" y="186"/>
                </a:cubicBezTo>
                <a:cubicBezTo>
                  <a:pt x="119" y="198"/>
                  <a:pt x="119" y="217"/>
                  <a:pt x="156" y="205"/>
                </a:cubicBezTo>
                <a:cubicBezTo>
                  <a:pt x="194" y="192"/>
                  <a:pt x="200" y="198"/>
                  <a:pt x="212" y="211"/>
                </a:cubicBezTo>
                <a:cubicBezTo>
                  <a:pt x="223" y="223"/>
                  <a:pt x="229" y="248"/>
                  <a:pt x="211" y="267"/>
                </a:cubicBezTo>
                <a:close/>
                <a:moveTo>
                  <a:pt x="310" y="265"/>
                </a:moveTo>
                <a:cubicBezTo>
                  <a:pt x="295" y="248"/>
                  <a:pt x="310" y="209"/>
                  <a:pt x="292" y="186"/>
                </a:cubicBezTo>
                <a:cubicBezTo>
                  <a:pt x="272" y="162"/>
                  <a:pt x="247" y="187"/>
                  <a:pt x="223" y="149"/>
                </a:cubicBezTo>
                <a:cubicBezTo>
                  <a:pt x="201" y="112"/>
                  <a:pt x="229" y="82"/>
                  <a:pt x="259" y="71"/>
                </a:cubicBezTo>
                <a:cubicBezTo>
                  <a:pt x="267" y="68"/>
                  <a:pt x="275" y="68"/>
                  <a:pt x="284" y="68"/>
                </a:cubicBezTo>
                <a:cubicBezTo>
                  <a:pt x="285" y="68"/>
                  <a:pt x="288" y="68"/>
                  <a:pt x="289" y="70"/>
                </a:cubicBezTo>
                <a:cubicBezTo>
                  <a:pt x="322" y="98"/>
                  <a:pt x="343" y="140"/>
                  <a:pt x="343" y="187"/>
                </a:cubicBezTo>
                <a:cubicBezTo>
                  <a:pt x="343" y="215"/>
                  <a:pt x="335" y="241"/>
                  <a:pt x="323" y="264"/>
                </a:cubicBezTo>
                <a:cubicBezTo>
                  <a:pt x="320" y="268"/>
                  <a:pt x="313" y="269"/>
                  <a:pt x="310" y="2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349;p98">
            <a:extLst>
              <a:ext uri="{FF2B5EF4-FFF2-40B4-BE49-F238E27FC236}">
                <a16:creationId xmlns:a16="http://schemas.microsoft.com/office/drawing/2014/main" id="{3B508AE4-6F9D-4D49-ADD2-92996C3D9AB7}"/>
              </a:ext>
            </a:extLst>
          </p:cNvPr>
          <p:cNvSpPr/>
          <p:nvPr/>
        </p:nvSpPr>
        <p:spPr>
          <a:xfrm>
            <a:off x="800925" y="3401692"/>
            <a:ext cx="264875" cy="362557"/>
          </a:xfrm>
          <a:custGeom>
            <a:avLst/>
            <a:gdLst/>
            <a:ahLst/>
            <a:cxnLst/>
            <a:rect l="l" t="t" r="r" b="b"/>
            <a:pathLst>
              <a:path w="335" h="460" extrusionOk="0">
                <a:moveTo>
                  <a:pt x="167" y="0"/>
                </a:moveTo>
                <a:cubicBezTo>
                  <a:pt x="74" y="0"/>
                  <a:pt x="0" y="76"/>
                  <a:pt x="0" y="169"/>
                </a:cubicBezTo>
                <a:cubicBezTo>
                  <a:pt x="0" y="306"/>
                  <a:pt x="167" y="459"/>
                  <a:pt x="167" y="459"/>
                </a:cubicBezTo>
                <a:cubicBezTo>
                  <a:pt x="167" y="459"/>
                  <a:pt x="334" y="299"/>
                  <a:pt x="334" y="169"/>
                </a:cubicBezTo>
                <a:cubicBezTo>
                  <a:pt x="334" y="76"/>
                  <a:pt x="260" y="0"/>
                  <a:pt x="167" y="0"/>
                </a:cubicBezTo>
                <a:close/>
                <a:moveTo>
                  <a:pt x="167" y="242"/>
                </a:moveTo>
                <a:cubicBezTo>
                  <a:pt x="138" y="242"/>
                  <a:pt x="112" y="225"/>
                  <a:pt x="100" y="197"/>
                </a:cubicBezTo>
                <a:cubicBezTo>
                  <a:pt x="88" y="170"/>
                  <a:pt x="95" y="139"/>
                  <a:pt x="115" y="119"/>
                </a:cubicBezTo>
                <a:cubicBezTo>
                  <a:pt x="136" y="98"/>
                  <a:pt x="167" y="91"/>
                  <a:pt x="194" y="102"/>
                </a:cubicBezTo>
                <a:cubicBezTo>
                  <a:pt x="221" y="113"/>
                  <a:pt x="239" y="140"/>
                  <a:pt x="239" y="169"/>
                </a:cubicBezTo>
                <a:cubicBezTo>
                  <a:pt x="239" y="208"/>
                  <a:pt x="207" y="241"/>
                  <a:pt x="167" y="24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DE932EE-54AD-DF4F-8330-4638394367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7156" y="265424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4945B78-FF50-A04E-A571-C6082B17CF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7156" y="3379173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F42F73A-EB54-2646-969C-8808E8523D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7156" y="4021724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DC73DA6-C635-B24C-88FB-DB6782AC67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7156" y="4680751"/>
            <a:ext cx="9875669" cy="448844"/>
          </a:xfrm>
        </p:spPr>
        <p:txBody>
          <a:bodyPr anchor="ctr"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Proxima Nova Rg" panose="02000506030000020004" pitchFamily="2" charset="0"/>
                <a:ea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720F46-54CD-0D4B-AFF9-B62A23F84781}"/>
              </a:ext>
            </a:extLst>
          </p:cNvPr>
          <p:cNvCxnSpPr>
            <a:cxnSpLocks/>
          </p:cNvCxnSpPr>
          <p:nvPr/>
        </p:nvCxnSpPr>
        <p:spPr>
          <a:xfrm>
            <a:off x="536360" y="2520071"/>
            <a:ext cx="0" cy="26833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663B76-15CB-434D-8715-085FAB65AA38}"/>
              </a:ext>
            </a:extLst>
          </p:cNvPr>
          <p:cNvSpPr txBox="1"/>
          <p:nvPr/>
        </p:nvSpPr>
        <p:spPr>
          <a:xfrm>
            <a:off x="10557584" y="6593168"/>
            <a:ext cx="109805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Proxima Nova Rg" panose="02000506030000020004" pitchFamily="50" charset="0"/>
                <a:cs typeface="Arial" panose="020B0604020202020204" pitchFamily="34" charset="0"/>
              </a:rPr>
              <a:t>© UAB. All Rights Reserved.</a:t>
            </a:r>
          </a:p>
        </p:txBody>
      </p:sp>
      <p:sp>
        <p:nvSpPr>
          <p:cNvPr id="26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751383" y="6502713"/>
            <a:ext cx="6471140" cy="208250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SCHOOL OF - to apply in all slides at the same time edit in Insert &gt; Header &amp; Footer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61" y="6548817"/>
            <a:ext cx="1763517" cy="15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4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14">
          <p15:clr>
            <a:srgbClr val="FBAE40"/>
          </p15:clr>
        </p15:guide>
        <p15:guide id="2" pos="339">
          <p15:clr>
            <a:srgbClr val="FBAE40"/>
          </p15:clr>
        </p15:guide>
        <p15:guide id="3" orient="horz" pos="1669">
          <p15:clr>
            <a:srgbClr val="FBAE40"/>
          </p15:clr>
        </p15:guide>
        <p15:guide id="4" orient="horz" pos="1957">
          <p15:clr>
            <a:srgbClr val="FBAE40"/>
          </p15:clr>
        </p15:guide>
        <p15:guide id="5" orient="horz" pos="2126">
          <p15:clr>
            <a:srgbClr val="FBAE40"/>
          </p15:clr>
        </p15:guide>
        <p15:guide id="6" orient="horz" pos="2533">
          <p15:clr>
            <a:srgbClr val="FBAE40"/>
          </p15:clr>
        </p15:guide>
        <p15:guide id="7" orient="horz" pos="2812">
          <p15:clr>
            <a:srgbClr val="FBAE40"/>
          </p15:clr>
        </p15:guide>
        <p15:guide id="8" orient="horz" pos="2948">
          <p15:clr>
            <a:srgbClr val="FBAE40"/>
          </p15:clr>
        </p15:guide>
        <p15:guide id="9" orient="horz" pos="3227">
          <p15:clr>
            <a:srgbClr val="FBAE40"/>
          </p15:clr>
        </p15:guide>
        <p15:guide id="10" pos="584">
          <p15:clr>
            <a:srgbClr val="FBAE40"/>
          </p15:clr>
        </p15:guide>
        <p15:guide id="11" pos="813">
          <p15:clr>
            <a:srgbClr val="FBAE40"/>
          </p15:clr>
        </p15:guide>
        <p15:guide id="12" pos="7039">
          <p15:clr>
            <a:srgbClr val="FBAE40"/>
          </p15:clr>
        </p15:guide>
        <p15:guide id="13" orient="horz" pos="440">
          <p15:clr>
            <a:srgbClr val="FBAE40"/>
          </p15:clr>
        </p15:guide>
        <p15:guide id="14" orient="horz" pos="4252">
          <p15:clr>
            <a:srgbClr val="FBAE40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2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10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453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2550">
          <p15:clr>
            <a:srgbClr val="FBAE40"/>
          </p15:clr>
        </p15:guide>
        <p15:guide id="3" orient="horz" pos="991">
          <p15:clr>
            <a:srgbClr val="FBAE40"/>
          </p15:clr>
        </p15:guide>
        <p15:guide id="4" orient="horz" pos="584">
          <p15:clr>
            <a:srgbClr val="FBAE40"/>
          </p15:clr>
        </p15:guide>
        <p15:guide id="5" pos="6243">
          <p15:clr>
            <a:srgbClr val="FBAE40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AC4C4F-1474-1448-99C2-BB9A340784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FFBB1-09AD-2142-892E-C4655DFBA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2000" y="1876586"/>
            <a:ext cx="9144000" cy="2387600"/>
          </a:xfrm>
        </p:spPr>
        <p:txBody>
          <a:bodyPr anchor="b"/>
          <a:lstStyle>
            <a:lvl1pPr algn="l">
              <a:defRPr sz="6000" b="1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E09CFCF-5ADD-B247-A896-6E6979ED52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680" r="5495" b="15282"/>
          <a:stretch/>
        </p:blipFill>
        <p:spPr>
          <a:xfrm>
            <a:off x="3438144" y="0"/>
            <a:ext cx="8753856" cy="6858000"/>
          </a:xfrm>
          <a:prstGeom prst="rect">
            <a:avLst/>
          </a:prstGeom>
        </p:spPr>
      </p:pic>
      <p:pic>
        <p:nvPicPr>
          <p:cNvPr id="8" name="Graphic 8">
            <a:extLst>
              <a:ext uri="{FF2B5EF4-FFF2-40B4-BE49-F238E27FC236}">
                <a16:creationId xmlns:a16="http://schemas.microsoft.com/office/drawing/2014/main" id="{F7849BD5-9C11-5D44-854F-7027C6FBA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928012"/>
            <a:ext cx="4734560" cy="4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3516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3" orient="horz" pos="584">
          <p15:clr>
            <a:srgbClr val="FBAE40"/>
          </p15:clr>
        </p15:guide>
        <p15:guide id="4" orient="horz" pos="991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pos="6243">
          <p15:clr>
            <a:srgbClr val="FBAE40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3947-2842-E846-AE58-D79533131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3062A-7845-E540-8DDB-3E4E4F924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F9384-2DA2-7D41-92D1-3BD104ED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2E70-C6D1-414A-AA62-EC40A79D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3269" y="6356356"/>
            <a:ext cx="628547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6CB14-AED4-384B-A613-43D1C848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57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26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98.xml"/><Relationship Id="rId42" Type="http://schemas.openxmlformats.org/officeDocument/2006/relationships/slideLayout" Target="../slideLayouts/slideLayout106.xml"/><Relationship Id="rId47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101.xml"/><Relationship Id="rId40" Type="http://schemas.openxmlformats.org/officeDocument/2006/relationships/slideLayout" Target="../slideLayouts/slideLayout104.xml"/><Relationship Id="rId45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108.xml"/><Relationship Id="rId52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Relationship Id="rId27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9.xml"/><Relationship Id="rId43" Type="http://schemas.openxmlformats.org/officeDocument/2006/relationships/slideLayout" Target="../slideLayouts/slideLayout107.xml"/><Relationship Id="rId48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72.xml"/><Relationship Id="rId51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5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7.xml"/><Relationship Id="rId38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10.xml"/><Relationship Id="rId20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105.xml"/><Relationship Id="rId54" Type="http://schemas.openxmlformats.org/officeDocument/2006/relationships/theme" Target="../theme/theme3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2.xml"/><Relationship Id="rId36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1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35.xml"/><Relationship Id="rId26" Type="http://schemas.openxmlformats.org/officeDocument/2006/relationships/slideLayout" Target="../slideLayouts/slideLayout143.xml"/><Relationship Id="rId39" Type="http://schemas.openxmlformats.org/officeDocument/2006/relationships/slideLayout" Target="../slideLayouts/slideLayout156.xml"/><Relationship Id="rId21" Type="http://schemas.openxmlformats.org/officeDocument/2006/relationships/slideLayout" Target="../slideLayouts/slideLayout138.xml"/><Relationship Id="rId34" Type="http://schemas.openxmlformats.org/officeDocument/2006/relationships/slideLayout" Target="../slideLayouts/slideLayout151.xml"/><Relationship Id="rId42" Type="http://schemas.openxmlformats.org/officeDocument/2006/relationships/slideLayout" Target="../slideLayouts/slideLayout159.xml"/><Relationship Id="rId47" Type="http://schemas.openxmlformats.org/officeDocument/2006/relationships/slideLayout" Target="../slideLayouts/slideLayout164.xml"/><Relationship Id="rId50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29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28.xml"/><Relationship Id="rId24" Type="http://schemas.openxmlformats.org/officeDocument/2006/relationships/slideLayout" Target="../slideLayouts/slideLayout141.xml"/><Relationship Id="rId32" Type="http://schemas.openxmlformats.org/officeDocument/2006/relationships/slideLayout" Target="../slideLayouts/slideLayout149.xml"/><Relationship Id="rId37" Type="http://schemas.openxmlformats.org/officeDocument/2006/relationships/slideLayout" Target="../slideLayouts/slideLayout154.xml"/><Relationship Id="rId40" Type="http://schemas.openxmlformats.org/officeDocument/2006/relationships/slideLayout" Target="../slideLayouts/slideLayout157.xml"/><Relationship Id="rId45" Type="http://schemas.openxmlformats.org/officeDocument/2006/relationships/slideLayout" Target="../slideLayouts/slideLayout162.xml"/><Relationship Id="rId53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6.xml"/><Relationship Id="rId31" Type="http://schemas.openxmlformats.org/officeDocument/2006/relationships/slideLayout" Target="../slideLayouts/slideLayout148.xml"/><Relationship Id="rId44" Type="http://schemas.openxmlformats.org/officeDocument/2006/relationships/slideLayout" Target="../slideLayouts/slideLayout161.xml"/><Relationship Id="rId52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9.xml"/><Relationship Id="rId27" Type="http://schemas.openxmlformats.org/officeDocument/2006/relationships/slideLayout" Target="../slideLayouts/slideLayout144.xml"/><Relationship Id="rId30" Type="http://schemas.openxmlformats.org/officeDocument/2006/relationships/slideLayout" Target="../slideLayouts/slideLayout147.xml"/><Relationship Id="rId35" Type="http://schemas.openxmlformats.org/officeDocument/2006/relationships/slideLayout" Target="../slideLayouts/slideLayout152.xml"/><Relationship Id="rId43" Type="http://schemas.openxmlformats.org/officeDocument/2006/relationships/slideLayout" Target="../slideLayouts/slideLayout160.xml"/><Relationship Id="rId48" Type="http://schemas.openxmlformats.org/officeDocument/2006/relationships/slideLayout" Target="../slideLayouts/slideLayout165.xml"/><Relationship Id="rId8" Type="http://schemas.openxmlformats.org/officeDocument/2006/relationships/slideLayout" Target="../slideLayouts/slideLayout125.xml"/><Relationship Id="rId51" Type="http://schemas.openxmlformats.org/officeDocument/2006/relationships/slideLayout" Target="../slideLayouts/slideLayout168.xml"/><Relationship Id="rId3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5" Type="http://schemas.openxmlformats.org/officeDocument/2006/relationships/slideLayout" Target="../slideLayouts/slideLayout142.xml"/><Relationship Id="rId33" Type="http://schemas.openxmlformats.org/officeDocument/2006/relationships/slideLayout" Target="../slideLayouts/slideLayout150.xml"/><Relationship Id="rId38" Type="http://schemas.openxmlformats.org/officeDocument/2006/relationships/slideLayout" Target="../slideLayouts/slideLayout155.xml"/><Relationship Id="rId46" Type="http://schemas.openxmlformats.org/officeDocument/2006/relationships/slideLayout" Target="../slideLayouts/slideLayout163.xml"/><Relationship Id="rId20" Type="http://schemas.openxmlformats.org/officeDocument/2006/relationships/slideLayout" Target="../slideLayouts/slideLayout137.xml"/><Relationship Id="rId41" Type="http://schemas.openxmlformats.org/officeDocument/2006/relationships/slideLayout" Target="../slideLayouts/slideLayout158.xml"/><Relationship Id="rId54" Type="http://schemas.openxmlformats.org/officeDocument/2006/relationships/theme" Target="../theme/theme4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5" Type="http://schemas.openxmlformats.org/officeDocument/2006/relationships/slideLayout" Target="../slideLayouts/slideLayout132.xml"/><Relationship Id="rId23" Type="http://schemas.openxmlformats.org/officeDocument/2006/relationships/slideLayout" Target="../slideLayouts/slideLayout140.xml"/><Relationship Id="rId28" Type="http://schemas.openxmlformats.org/officeDocument/2006/relationships/slideLayout" Target="../slideLayouts/slideLayout145.xml"/><Relationship Id="rId36" Type="http://schemas.openxmlformats.org/officeDocument/2006/relationships/slideLayout" Target="../slideLayouts/slideLayout153.xml"/><Relationship Id="rId49" Type="http://schemas.openxmlformats.org/officeDocument/2006/relationships/slideLayout" Target="../slideLayouts/slideLayout166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3.xml"/><Relationship Id="rId18" Type="http://schemas.openxmlformats.org/officeDocument/2006/relationships/slideLayout" Target="../slideLayouts/slideLayout188.xml"/><Relationship Id="rId26" Type="http://schemas.openxmlformats.org/officeDocument/2006/relationships/slideLayout" Target="../slideLayouts/slideLayout196.xml"/><Relationship Id="rId39" Type="http://schemas.openxmlformats.org/officeDocument/2006/relationships/slideLayout" Target="../slideLayouts/slideLayout209.xml"/><Relationship Id="rId21" Type="http://schemas.openxmlformats.org/officeDocument/2006/relationships/slideLayout" Target="../slideLayouts/slideLayout191.xml"/><Relationship Id="rId34" Type="http://schemas.openxmlformats.org/officeDocument/2006/relationships/slideLayout" Target="../slideLayouts/slideLayout204.xml"/><Relationship Id="rId42" Type="http://schemas.openxmlformats.org/officeDocument/2006/relationships/slideLayout" Target="../slideLayouts/slideLayout212.xml"/><Relationship Id="rId47" Type="http://schemas.openxmlformats.org/officeDocument/2006/relationships/slideLayout" Target="../slideLayouts/slideLayout217.xml"/><Relationship Id="rId50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177.xml"/><Relationship Id="rId2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86.xml"/><Relationship Id="rId29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181.xml"/><Relationship Id="rId24" Type="http://schemas.openxmlformats.org/officeDocument/2006/relationships/slideLayout" Target="../slideLayouts/slideLayout194.xml"/><Relationship Id="rId32" Type="http://schemas.openxmlformats.org/officeDocument/2006/relationships/slideLayout" Target="../slideLayouts/slideLayout202.xml"/><Relationship Id="rId37" Type="http://schemas.openxmlformats.org/officeDocument/2006/relationships/slideLayout" Target="../slideLayouts/slideLayout207.xml"/><Relationship Id="rId40" Type="http://schemas.openxmlformats.org/officeDocument/2006/relationships/slideLayout" Target="../slideLayouts/slideLayout210.xml"/><Relationship Id="rId45" Type="http://schemas.openxmlformats.org/officeDocument/2006/relationships/slideLayout" Target="../slideLayouts/slideLayout215.xml"/><Relationship Id="rId53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80.xml"/><Relationship Id="rId19" Type="http://schemas.openxmlformats.org/officeDocument/2006/relationships/slideLayout" Target="../slideLayouts/slideLayout189.xml"/><Relationship Id="rId31" Type="http://schemas.openxmlformats.org/officeDocument/2006/relationships/slideLayout" Target="../slideLayouts/slideLayout201.xml"/><Relationship Id="rId44" Type="http://schemas.openxmlformats.org/officeDocument/2006/relationships/slideLayout" Target="../slideLayouts/slideLayout214.xml"/><Relationship Id="rId52" Type="http://schemas.openxmlformats.org/officeDocument/2006/relationships/slideLayout" Target="../slideLayouts/slideLayout222.xml"/><Relationship Id="rId4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84.xml"/><Relationship Id="rId22" Type="http://schemas.openxmlformats.org/officeDocument/2006/relationships/slideLayout" Target="../slideLayouts/slideLayout192.xml"/><Relationship Id="rId27" Type="http://schemas.openxmlformats.org/officeDocument/2006/relationships/slideLayout" Target="../slideLayouts/slideLayout197.xml"/><Relationship Id="rId30" Type="http://schemas.openxmlformats.org/officeDocument/2006/relationships/slideLayout" Target="../slideLayouts/slideLayout200.xml"/><Relationship Id="rId35" Type="http://schemas.openxmlformats.org/officeDocument/2006/relationships/slideLayout" Target="../slideLayouts/slideLayout205.xml"/><Relationship Id="rId43" Type="http://schemas.openxmlformats.org/officeDocument/2006/relationships/slideLayout" Target="../slideLayouts/slideLayout213.xml"/><Relationship Id="rId48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178.xml"/><Relationship Id="rId51" Type="http://schemas.openxmlformats.org/officeDocument/2006/relationships/slideLayout" Target="../slideLayouts/slideLayout221.xml"/><Relationship Id="rId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95.xml"/><Relationship Id="rId33" Type="http://schemas.openxmlformats.org/officeDocument/2006/relationships/slideLayout" Target="../slideLayouts/slideLayout203.xml"/><Relationship Id="rId38" Type="http://schemas.openxmlformats.org/officeDocument/2006/relationships/slideLayout" Target="../slideLayouts/slideLayout208.xml"/><Relationship Id="rId46" Type="http://schemas.openxmlformats.org/officeDocument/2006/relationships/slideLayout" Target="../slideLayouts/slideLayout216.xml"/><Relationship Id="rId20" Type="http://schemas.openxmlformats.org/officeDocument/2006/relationships/slideLayout" Target="../slideLayouts/slideLayout190.xml"/><Relationship Id="rId41" Type="http://schemas.openxmlformats.org/officeDocument/2006/relationships/slideLayout" Target="../slideLayouts/slideLayout211.xml"/><Relationship Id="rId54" Type="http://schemas.openxmlformats.org/officeDocument/2006/relationships/theme" Target="../theme/theme5.xml"/><Relationship Id="rId1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93.xml"/><Relationship Id="rId28" Type="http://schemas.openxmlformats.org/officeDocument/2006/relationships/slideLayout" Target="../slideLayouts/slideLayout198.xml"/><Relationship Id="rId36" Type="http://schemas.openxmlformats.org/officeDocument/2006/relationships/slideLayout" Target="../slideLayouts/slideLayout206.xml"/><Relationship Id="rId49" Type="http://schemas.openxmlformats.org/officeDocument/2006/relationships/slideLayout" Target="../slideLayouts/slideLayout2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624DD-7E21-E143-9D53-7D0ECC1E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3D0AA-ED3A-494F-BB5A-9AE6627F3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AFD4C-972F-DB42-BFF1-872D17A02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DB217-91BC-044B-B228-2455827A7090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1DD4E-BCB7-924C-8425-FB525BD50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17740-3583-C049-8DBA-EE5AF2766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6DEA1-A73F-C942-905B-0F76312E6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38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361" y="1645670"/>
            <a:ext cx="1111928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942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787" r:id="rId2"/>
    <p:sldLayoutId id="2147483788" r:id="rId3"/>
    <p:sldLayoutId id="2147483785" r:id="rId4"/>
    <p:sldLayoutId id="2147483782" r:id="rId5"/>
    <p:sldLayoutId id="2147483783" r:id="rId6"/>
    <p:sldLayoutId id="2147483784" r:id="rId7"/>
    <p:sldLayoutId id="2147483786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803" r:id="rId23"/>
    <p:sldLayoutId id="2147483804" r:id="rId24"/>
    <p:sldLayoutId id="2147483805" r:id="rId25"/>
    <p:sldLayoutId id="2147483806" r:id="rId26"/>
    <p:sldLayoutId id="2147483807" r:id="rId27"/>
    <p:sldLayoutId id="2147483808" r:id="rId28"/>
    <p:sldLayoutId id="2147483809" r:id="rId29"/>
    <p:sldLayoutId id="2147483810" r:id="rId30"/>
    <p:sldLayoutId id="2147483811" r:id="rId31"/>
    <p:sldLayoutId id="2147483812" r:id="rId32"/>
    <p:sldLayoutId id="2147483813" r:id="rId33"/>
    <p:sldLayoutId id="2147483814" r:id="rId34"/>
    <p:sldLayoutId id="2147483815" r:id="rId35"/>
    <p:sldLayoutId id="2147483816" r:id="rId36"/>
    <p:sldLayoutId id="2147483817" r:id="rId37"/>
    <p:sldLayoutId id="2147483818" r:id="rId38"/>
    <p:sldLayoutId id="2147483819" r:id="rId39"/>
    <p:sldLayoutId id="2147483820" r:id="rId40"/>
    <p:sldLayoutId id="2147483821" r:id="rId41"/>
    <p:sldLayoutId id="2147483822" r:id="rId42"/>
    <p:sldLayoutId id="2147483823" r:id="rId43"/>
    <p:sldLayoutId id="2147483824" r:id="rId44"/>
    <p:sldLayoutId id="2147483825" r:id="rId45"/>
    <p:sldLayoutId id="2147483826" r:id="rId46"/>
    <p:sldLayoutId id="2147483827" r:id="rId47"/>
    <p:sldLayoutId id="2147483828" r:id="rId48"/>
    <p:sldLayoutId id="2147483829" r:id="rId49"/>
    <p:sldLayoutId id="2147483830" r:id="rId50"/>
    <p:sldLayoutId id="2147483831" r:id="rId51"/>
    <p:sldLayoutId id="2147483832" r:id="rId52"/>
    <p:sldLayoutId id="2147483833" r:id="rId53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4B37"/>
          </a:solidFill>
          <a:latin typeface="PT Sans" panose="020B0503020203020204" pitchFamily="34" charset="77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Clr>
          <a:srgbClr val="004B37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4B37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4B37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4B37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4B37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361" y="1645670"/>
            <a:ext cx="1111928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6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  <p:sldLayoutId id="2147483853" r:id="rId19"/>
    <p:sldLayoutId id="2147483854" r:id="rId20"/>
    <p:sldLayoutId id="2147483855" r:id="rId21"/>
    <p:sldLayoutId id="2147483856" r:id="rId22"/>
    <p:sldLayoutId id="2147483857" r:id="rId23"/>
    <p:sldLayoutId id="2147483858" r:id="rId24"/>
    <p:sldLayoutId id="2147483859" r:id="rId25"/>
    <p:sldLayoutId id="2147483860" r:id="rId26"/>
    <p:sldLayoutId id="2147483861" r:id="rId27"/>
    <p:sldLayoutId id="2147483862" r:id="rId28"/>
    <p:sldLayoutId id="2147483863" r:id="rId29"/>
    <p:sldLayoutId id="2147483864" r:id="rId30"/>
    <p:sldLayoutId id="2147483865" r:id="rId31"/>
    <p:sldLayoutId id="2147483866" r:id="rId32"/>
    <p:sldLayoutId id="2147483867" r:id="rId33"/>
    <p:sldLayoutId id="2147483868" r:id="rId34"/>
    <p:sldLayoutId id="2147483869" r:id="rId35"/>
    <p:sldLayoutId id="2147483870" r:id="rId36"/>
    <p:sldLayoutId id="2147483871" r:id="rId37"/>
    <p:sldLayoutId id="2147483872" r:id="rId38"/>
    <p:sldLayoutId id="2147483873" r:id="rId39"/>
    <p:sldLayoutId id="2147483874" r:id="rId40"/>
    <p:sldLayoutId id="2147483875" r:id="rId41"/>
    <p:sldLayoutId id="2147483876" r:id="rId42"/>
    <p:sldLayoutId id="2147483877" r:id="rId43"/>
    <p:sldLayoutId id="2147483878" r:id="rId44"/>
    <p:sldLayoutId id="2147483879" r:id="rId45"/>
    <p:sldLayoutId id="2147483880" r:id="rId46"/>
    <p:sldLayoutId id="2147483881" r:id="rId47"/>
    <p:sldLayoutId id="2147483882" r:id="rId48"/>
    <p:sldLayoutId id="2147483883" r:id="rId49"/>
    <p:sldLayoutId id="2147483884" r:id="rId50"/>
    <p:sldLayoutId id="2147483885" r:id="rId51"/>
    <p:sldLayoutId id="2147483886" r:id="rId52"/>
    <p:sldLayoutId id="2147483887" r:id="rId53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Proxima Nova Rg" panose="02000506030000020004" pitchFamily="50" charset="0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Clr>
          <a:srgbClr val="00624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361" y="1645670"/>
            <a:ext cx="1111928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25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  <p:sldLayoutId id="2147483906" r:id="rId18"/>
    <p:sldLayoutId id="2147483907" r:id="rId19"/>
    <p:sldLayoutId id="2147483908" r:id="rId20"/>
    <p:sldLayoutId id="2147483909" r:id="rId21"/>
    <p:sldLayoutId id="2147483910" r:id="rId22"/>
    <p:sldLayoutId id="2147483911" r:id="rId23"/>
    <p:sldLayoutId id="2147483912" r:id="rId24"/>
    <p:sldLayoutId id="2147483913" r:id="rId25"/>
    <p:sldLayoutId id="2147483914" r:id="rId26"/>
    <p:sldLayoutId id="2147483915" r:id="rId27"/>
    <p:sldLayoutId id="2147483916" r:id="rId28"/>
    <p:sldLayoutId id="2147483917" r:id="rId29"/>
    <p:sldLayoutId id="2147483918" r:id="rId30"/>
    <p:sldLayoutId id="2147483919" r:id="rId31"/>
    <p:sldLayoutId id="2147483920" r:id="rId32"/>
    <p:sldLayoutId id="2147483921" r:id="rId33"/>
    <p:sldLayoutId id="2147483922" r:id="rId34"/>
    <p:sldLayoutId id="2147483923" r:id="rId35"/>
    <p:sldLayoutId id="2147483924" r:id="rId36"/>
    <p:sldLayoutId id="2147483925" r:id="rId37"/>
    <p:sldLayoutId id="2147483926" r:id="rId38"/>
    <p:sldLayoutId id="2147483927" r:id="rId39"/>
    <p:sldLayoutId id="2147483928" r:id="rId40"/>
    <p:sldLayoutId id="2147483929" r:id="rId41"/>
    <p:sldLayoutId id="2147483930" r:id="rId42"/>
    <p:sldLayoutId id="2147483931" r:id="rId43"/>
    <p:sldLayoutId id="2147483932" r:id="rId44"/>
    <p:sldLayoutId id="2147483933" r:id="rId45"/>
    <p:sldLayoutId id="2147483934" r:id="rId46"/>
    <p:sldLayoutId id="2147483935" r:id="rId47"/>
    <p:sldLayoutId id="2147483936" r:id="rId48"/>
    <p:sldLayoutId id="2147483937" r:id="rId49"/>
    <p:sldLayoutId id="2147483938" r:id="rId50"/>
    <p:sldLayoutId id="2147483939" r:id="rId51"/>
    <p:sldLayoutId id="2147483940" r:id="rId52"/>
    <p:sldLayoutId id="2147483941" r:id="rId53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Proxima Nova Rg" panose="02000506030000020004" pitchFamily="50" charset="0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Clr>
          <a:srgbClr val="00624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CD225-A513-DC4E-A674-AF41913C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60" y="476722"/>
            <a:ext cx="10573597" cy="7685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951A1-488D-7348-8268-C07AC9E26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361" y="1645670"/>
            <a:ext cx="1111928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0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  <p:sldLayoutId id="2147483956" r:id="rId14"/>
    <p:sldLayoutId id="2147483957" r:id="rId15"/>
    <p:sldLayoutId id="2147483958" r:id="rId16"/>
    <p:sldLayoutId id="2147483959" r:id="rId17"/>
    <p:sldLayoutId id="2147483960" r:id="rId18"/>
    <p:sldLayoutId id="2147483961" r:id="rId19"/>
    <p:sldLayoutId id="2147483962" r:id="rId20"/>
    <p:sldLayoutId id="2147483963" r:id="rId21"/>
    <p:sldLayoutId id="2147483964" r:id="rId22"/>
    <p:sldLayoutId id="2147483965" r:id="rId23"/>
    <p:sldLayoutId id="2147483966" r:id="rId24"/>
    <p:sldLayoutId id="2147483967" r:id="rId25"/>
    <p:sldLayoutId id="2147483968" r:id="rId26"/>
    <p:sldLayoutId id="2147483969" r:id="rId27"/>
    <p:sldLayoutId id="2147483970" r:id="rId28"/>
    <p:sldLayoutId id="2147483971" r:id="rId29"/>
    <p:sldLayoutId id="2147483972" r:id="rId30"/>
    <p:sldLayoutId id="2147483973" r:id="rId31"/>
    <p:sldLayoutId id="2147483974" r:id="rId32"/>
    <p:sldLayoutId id="2147483975" r:id="rId33"/>
    <p:sldLayoutId id="2147483976" r:id="rId34"/>
    <p:sldLayoutId id="2147483977" r:id="rId35"/>
    <p:sldLayoutId id="2147483978" r:id="rId36"/>
    <p:sldLayoutId id="2147483979" r:id="rId37"/>
    <p:sldLayoutId id="2147483980" r:id="rId38"/>
    <p:sldLayoutId id="2147483981" r:id="rId39"/>
    <p:sldLayoutId id="2147483982" r:id="rId40"/>
    <p:sldLayoutId id="2147483983" r:id="rId41"/>
    <p:sldLayoutId id="2147483984" r:id="rId42"/>
    <p:sldLayoutId id="2147483985" r:id="rId43"/>
    <p:sldLayoutId id="2147483986" r:id="rId44"/>
    <p:sldLayoutId id="2147483987" r:id="rId45"/>
    <p:sldLayoutId id="2147483988" r:id="rId46"/>
    <p:sldLayoutId id="2147483989" r:id="rId47"/>
    <p:sldLayoutId id="2147483990" r:id="rId48"/>
    <p:sldLayoutId id="2147483991" r:id="rId49"/>
    <p:sldLayoutId id="2147483992" r:id="rId50"/>
    <p:sldLayoutId id="2147483993" r:id="rId51"/>
    <p:sldLayoutId id="2147483994" r:id="rId52"/>
    <p:sldLayoutId id="2147483995" r:id="rId53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Proxima Nova Rg" panose="02000506030000020004" pitchFamily="50" charset="0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Clr>
          <a:srgbClr val="00624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Clr>
          <a:srgbClr val="00624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oxima Nova Rg" panose="02000506030000020004" pitchFamily="50" charset="0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007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0C16-43E1-ABD9-04A7-CEEC2E270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089428"/>
            <a:ext cx="11338264" cy="1174757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Creating Publication-Quality Graphics with ggplot2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06815-A988-6F0A-9AFD-8DD8295CC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356261"/>
            <a:ext cx="10515600" cy="2140232"/>
          </a:xfrm>
        </p:spPr>
        <p:txBody>
          <a:bodyPr>
            <a:normAutofit/>
          </a:bodyPr>
          <a:lstStyle/>
          <a:p>
            <a:r>
              <a:rPr lang="en-US" sz="2800" i="1" dirty="0">
                <a:solidFill>
                  <a:schemeClr val="accent5">
                    <a:lumMod val="50000"/>
                  </a:schemeClr>
                </a:solidFill>
              </a:rPr>
              <a:t>Instructor: Shaurita D. Hutchins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dirty="0">
                <a:latin typeface="Font Awesome 6 Brands Regular" panose="02000503000000000000" pitchFamily="2" charset="0"/>
              </a:rPr>
              <a:t>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</a:rPr>
              <a:t>sdhutchins</a:t>
            </a: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dirty="0">
                <a:latin typeface="FONT AWESOME 6 FREE SOLID" panose="02000903000000000000" pitchFamily="2" charset="0"/>
              </a:rPr>
              <a:t>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</a:rPr>
              <a:t>sdhutchins@uab.edu</a:t>
            </a: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dirty="0"/>
          </a:p>
          <a:p>
            <a:endParaRPr lang="en-US" dirty="0">
              <a:latin typeface="Font Awesome 6 Brands Regular" panose="02000503000000000000" pitchFamily="2" charset="0"/>
            </a:endParaRPr>
          </a:p>
          <a:p>
            <a:endParaRPr lang="en-US" sz="2800" dirty="0">
              <a:latin typeface="Font Awesome 6 Brands Regular" panose="02000503000000000000" pitchFamily="2" charset="0"/>
            </a:endParaRPr>
          </a:p>
          <a:p>
            <a:endParaRPr lang="en-US" sz="2800" dirty="0">
              <a:latin typeface="FONT AWESOME 6 FREE SOLID" panose="020009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64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A949EE-8DF4-AA23-1795-45B07E8D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Schedule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790F9-09DF-1351-9AEE-49B3C4DCF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A12C3F-CFF2-0B53-9FA3-A48F0E9FF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737177"/>
              </p:ext>
            </p:extLst>
          </p:nvPr>
        </p:nvGraphicFramePr>
        <p:xfrm>
          <a:off x="1575197" y="1783080"/>
          <a:ext cx="9041606" cy="3291840"/>
        </p:xfrm>
        <a:graphic>
          <a:graphicData uri="http://schemas.openxmlformats.org/drawingml/2006/table">
            <a:tbl>
              <a:tblPr>
                <a:solidFill>
                  <a:srgbClr val="004B37"/>
                </a:solidFill>
                <a:tableStyleId>{F5AB1C69-6EDB-4FF4-983F-18BD219EF322}</a:tableStyleId>
              </a:tblPr>
              <a:tblGrid>
                <a:gridCol w="2186892">
                  <a:extLst>
                    <a:ext uri="{9D8B030D-6E8A-4147-A177-3AD203B41FA5}">
                      <a16:colId xmlns:a16="http://schemas.microsoft.com/office/drawing/2014/main" val="1387235168"/>
                    </a:ext>
                  </a:extLst>
                </a:gridCol>
                <a:gridCol w="2186892">
                  <a:extLst>
                    <a:ext uri="{9D8B030D-6E8A-4147-A177-3AD203B41FA5}">
                      <a16:colId xmlns:a16="http://schemas.microsoft.com/office/drawing/2014/main" val="125656617"/>
                    </a:ext>
                  </a:extLst>
                </a:gridCol>
                <a:gridCol w="4667822">
                  <a:extLst>
                    <a:ext uri="{9D8B030D-6E8A-4147-A177-3AD203B41FA5}">
                      <a16:colId xmlns:a16="http://schemas.microsoft.com/office/drawing/2014/main" val="171878727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T Sans" panose="020B0503020203020204" pitchFamily="34" charset="77"/>
                        </a:rPr>
                        <a:t>Time</a:t>
                      </a:r>
                    </a:p>
                  </a:txBody>
                  <a:tcPr marL="112535" marR="6252" marT="6252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effectLst/>
                          <a:latin typeface="PT Sans" panose="020B0503020203020204" pitchFamily="34" charset="77"/>
                        </a:rPr>
                        <a:t>Instructor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112535" marR="6252" marT="6252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effectLst/>
                          <a:latin typeface="PT Sans" panose="020B0503020203020204" pitchFamily="34" charset="77"/>
                        </a:rPr>
                        <a:t>Workshop Day 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T Sans" panose="020B0503020203020204" pitchFamily="34" charset="77"/>
                      </a:endParaRPr>
                    </a:p>
                  </a:txBody>
                  <a:tcPr marL="6252" marR="6252" marT="6252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09278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11:05-12:00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Shaurita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Creating Publication-Quality Graphics with ggplot2</a:t>
                      </a:r>
                    </a:p>
                  </a:txBody>
                  <a:tcPr marL="9525" marR="9525" marT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17622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12:00-1:00</a:t>
                      </a:r>
                    </a:p>
                  </a:txBody>
                  <a:tcPr marL="171450" marR="9525" marT="9525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71450" marR="9525" marT="9525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Lunch</a:t>
                      </a:r>
                    </a:p>
                  </a:txBody>
                  <a:tcPr marL="9525" marR="9525" marT="9525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59718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1:00-1:30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Shaurita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Creating Publication-Quality Graphics with ggplot2</a:t>
                      </a:r>
                    </a:p>
                  </a:txBody>
                  <a:tcPr marL="9525" marR="9525" marT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00531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1:30-2:30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Sam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Functions Explained</a:t>
                      </a:r>
                    </a:p>
                  </a:txBody>
                  <a:tcPr marL="9525" marR="9525" marT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2461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2:30-2:45</a:t>
                      </a:r>
                    </a:p>
                  </a:txBody>
                  <a:tcPr marL="171450" marR="9525" marT="9525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71450" marR="9525" marT="9525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1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Break</a:t>
                      </a:r>
                    </a:p>
                  </a:txBody>
                  <a:tcPr marL="9525" marR="9525" marT="9525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3425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2:45-3:15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Sam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Writing Data</a:t>
                      </a:r>
                    </a:p>
                  </a:txBody>
                  <a:tcPr marL="9525" marR="9525" marT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55965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3:15-4:15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Luke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Data Frame Manipulation with </a:t>
                      </a: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dplyr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89605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4:15-4:45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Austyn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Producing Reports With </a:t>
                      </a:r>
                      <a:r>
                        <a:rPr lang="en-US" sz="14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knitr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73222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4:45</a:t>
                      </a: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71450" marR="9525" marT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Post Workshop Survey</a:t>
                      </a:r>
                    </a:p>
                  </a:txBody>
                  <a:tcPr marL="9525" marR="9525" marT="95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905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80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CAB7-8CFB-065F-0410-01A324F75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A4D883-21CE-DC75-BF06-F88400A7A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Is your </a:t>
            </a:r>
            <a:r>
              <a:rPr lang="en-US" sz="2800" b="1" dirty="0" err="1"/>
              <a:t>gapminder</a:t>
            </a:r>
            <a:r>
              <a:rPr lang="en-US" sz="2800" dirty="0"/>
              <a:t> data available as a variable in your environment?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Check to see if you have </a:t>
            </a:r>
            <a:r>
              <a:rPr lang="en-US" sz="2800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ggplot2</a:t>
            </a:r>
            <a:r>
              <a:rPr lang="en-US" sz="2800" dirty="0"/>
              <a:t> installed.</a:t>
            </a:r>
            <a:endParaRPr lang="en-US" sz="2800" b="1" dirty="0">
              <a:solidFill>
                <a:srgbClr val="004B37"/>
              </a:solidFill>
              <a:latin typeface="INCONSOLATA FOR POWERLINE" panose="020B0609030003000000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91F8C-8164-A973-956E-C8CE60F4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66262-43EE-F0BC-42EB-6AB737ECE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60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3D57-CE05-9078-9488-B10CE75E6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8B3E4F-BBDB-99D2-D2F4-B36BF535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830F5-9DDE-BBCA-8937-2ACE87EAE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2" name="Content Placeholder 10">
            <a:extLst>
              <a:ext uri="{FF2B5EF4-FFF2-40B4-BE49-F238E27FC236}">
                <a16:creationId xmlns:a16="http://schemas.microsoft.com/office/drawing/2014/main" id="{331A2916-9298-D698-3B0B-A9DABF777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0"/>
            <a:ext cx="11119283" cy="4351338"/>
          </a:xfrm>
        </p:spPr>
        <p:txBody>
          <a:bodyPr/>
          <a:lstStyle/>
          <a:p>
            <a:r>
              <a:rPr lang="en-US" dirty="0"/>
              <a:t>To be able to use 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ggplot2</a:t>
            </a:r>
            <a:r>
              <a:rPr lang="en-US" dirty="0"/>
              <a:t> to generate publication-quality graphics.</a:t>
            </a:r>
          </a:p>
          <a:p>
            <a:r>
              <a:rPr lang="en-US" dirty="0"/>
              <a:t>To apply </a:t>
            </a:r>
            <a:r>
              <a:rPr lang="en-US" b="1" dirty="0"/>
              <a:t>geometry</a:t>
            </a:r>
            <a:r>
              <a:rPr lang="en-US" dirty="0"/>
              <a:t>, </a:t>
            </a:r>
            <a:r>
              <a:rPr lang="en-US" b="1" dirty="0"/>
              <a:t>aesthetic</a:t>
            </a:r>
            <a:r>
              <a:rPr lang="en-US" dirty="0"/>
              <a:t>, and </a:t>
            </a:r>
            <a:r>
              <a:rPr lang="en-US" b="1" dirty="0"/>
              <a:t>statistics</a:t>
            </a:r>
            <a:r>
              <a:rPr lang="en-US" dirty="0"/>
              <a:t> layers to a </a:t>
            </a:r>
            <a:r>
              <a:rPr lang="en-US" dirty="0" err="1"/>
              <a:t>ggplot</a:t>
            </a:r>
            <a:r>
              <a:rPr lang="en-US" dirty="0"/>
              <a:t> plot.</a:t>
            </a:r>
          </a:p>
          <a:p>
            <a:r>
              <a:rPr lang="en-US" dirty="0"/>
              <a:t>To manipulate the aesthetics of a plot using different colors, shapes, and lines.</a:t>
            </a:r>
          </a:p>
          <a:p>
            <a:r>
              <a:rPr lang="en-US" dirty="0"/>
              <a:t>To improve data visualization through transforming </a:t>
            </a:r>
            <a:r>
              <a:rPr lang="en-US" b="1" dirty="0"/>
              <a:t>scales</a:t>
            </a:r>
            <a:r>
              <a:rPr lang="en-US" dirty="0"/>
              <a:t> and paneling by group.</a:t>
            </a:r>
          </a:p>
          <a:p>
            <a:r>
              <a:rPr lang="en-US" dirty="0"/>
              <a:t>To save a plot created with </a:t>
            </a:r>
            <a:r>
              <a:rPr lang="en-US" dirty="0" err="1"/>
              <a:t>ggplot</a:t>
            </a:r>
            <a:r>
              <a:rPr lang="en-US" dirty="0"/>
              <a:t> to disk.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INCONSOLATA FOR POWERLINE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79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1CA7-D753-DB41-C1D3-8F7ACEA7A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FAC673-2169-3260-764B-192512EE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ggplot2?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955EC-89DF-5B12-9CC6-B8B4A07F1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C20482-D710-0800-AACE-296840815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0"/>
            <a:ext cx="11119283" cy="4351338"/>
          </a:xfrm>
        </p:spPr>
        <p:txBody>
          <a:bodyPr>
            <a:normAutofit/>
          </a:bodyPr>
          <a:lstStyle/>
          <a:p>
            <a:r>
              <a:rPr lang="en-US" dirty="0"/>
              <a:t>A widely-used R library for plotting data</a:t>
            </a:r>
          </a:p>
          <a:p>
            <a:r>
              <a:rPr lang="en-US" dirty="0"/>
              <a:t>Publication-quality figures require customizability</a:t>
            </a:r>
          </a:p>
          <a:p>
            <a:r>
              <a:rPr lang="en-US" dirty="0"/>
              <a:t>R offers multiple plotting systems</a:t>
            </a:r>
          </a:p>
          <a:p>
            <a:r>
              <a:rPr lang="en-US" dirty="0"/>
              <a:t>ggplot2 is layered and reproducible</a:t>
            </a:r>
          </a:p>
          <a:p>
            <a:endParaRPr lang="en-US" dirty="0"/>
          </a:p>
          <a:p>
            <a:r>
              <a:rPr lang="en-US" dirty="0"/>
              <a:t>Learn more at: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https://ggplot2.tidyverse.org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BD5BB6-F832-C8BB-BA84-5DE850F98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120" y="2062389"/>
            <a:ext cx="30480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783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7C04-D67B-741D-9798-FE165D41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DD04BE-9DFA-0A01-0CC2-778BC41E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6067C-E8FD-FD07-CD4F-DC12D8A3B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2" name="Content Placeholder 10">
            <a:extLst>
              <a:ext uri="{FF2B5EF4-FFF2-40B4-BE49-F238E27FC236}">
                <a16:creationId xmlns:a16="http://schemas.microsoft.com/office/drawing/2014/main" id="{CFE1193C-B64A-1876-7E99-5097909BD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0"/>
            <a:ext cx="11119283" cy="4351338"/>
          </a:xfrm>
        </p:spPr>
        <p:txBody>
          <a:bodyPr>
            <a:normAutofit/>
          </a:bodyPr>
          <a:lstStyle/>
          <a:p>
            <a:r>
              <a:rPr lang="en-US" b="1" dirty="0"/>
              <a:t>Data</a:t>
            </a:r>
            <a:r>
              <a:rPr lang="en-US" dirty="0"/>
              <a:t> – the dataset used for the plot</a:t>
            </a:r>
          </a:p>
          <a:p>
            <a:r>
              <a:rPr lang="en-US" b="1" dirty="0"/>
              <a:t>Aesthetics</a:t>
            </a:r>
            <a:r>
              <a:rPr lang="en-US" dirty="0"/>
              <a:t> (</a:t>
            </a:r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aes</a:t>
            </a:r>
            <a:r>
              <a:rPr lang="en-US" dirty="0"/>
              <a:t>) – how variables map to visual properties</a:t>
            </a:r>
          </a:p>
          <a:p>
            <a:r>
              <a:rPr lang="en-US" b="1" dirty="0"/>
              <a:t>Geometries</a:t>
            </a:r>
            <a:r>
              <a:rPr lang="en-US" dirty="0"/>
              <a:t> (</a:t>
            </a:r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geom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_*</a:t>
            </a:r>
            <a:r>
              <a:rPr lang="en-US" dirty="0"/>
              <a:t>) – how data are drawn (points, lines, bars)</a:t>
            </a:r>
          </a:p>
          <a:p>
            <a:r>
              <a:rPr lang="en-US" b="1" dirty="0"/>
              <a:t>Scales</a:t>
            </a:r>
            <a:r>
              <a:rPr lang="en-US" dirty="0"/>
              <a:t> (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scale_*</a:t>
            </a:r>
            <a:r>
              <a:rPr lang="en-US" dirty="0"/>
              <a:t>) – how data values are transformed or displayed</a:t>
            </a:r>
          </a:p>
          <a:p>
            <a:r>
              <a:rPr lang="en-US" b="1" dirty="0"/>
              <a:t>Statistics</a:t>
            </a:r>
            <a:r>
              <a:rPr lang="en-US" dirty="0"/>
              <a:t> (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stat_*</a:t>
            </a:r>
            <a:r>
              <a:rPr lang="en-US" dirty="0"/>
              <a:t>) – summaries or models computed from data</a:t>
            </a:r>
          </a:p>
          <a:p>
            <a:r>
              <a:rPr lang="en-US" b="1" dirty="0"/>
              <a:t>Facets</a:t>
            </a:r>
            <a:r>
              <a:rPr lang="en-US" dirty="0"/>
              <a:t> (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facet_*</a:t>
            </a:r>
            <a:r>
              <a:rPr lang="en-US" dirty="0"/>
              <a:t>) – how data are split into multiple panels</a:t>
            </a:r>
          </a:p>
          <a:p>
            <a:r>
              <a:rPr lang="en-US" b="1" dirty="0"/>
              <a:t>Themes</a:t>
            </a:r>
            <a:r>
              <a:rPr lang="en-US" dirty="0"/>
              <a:t> (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theme()</a:t>
            </a:r>
            <a:r>
              <a:rPr lang="en-US" dirty="0"/>
              <a:t>) – non-data appearance of the plot</a:t>
            </a:r>
          </a:p>
          <a:p>
            <a:r>
              <a:rPr lang="en-US" b="1" dirty="0"/>
              <a:t>Labels</a:t>
            </a:r>
            <a:r>
              <a:rPr lang="en-US" dirty="0"/>
              <a:t> (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labs()</a:t>
            </a:r>
            <a:r>
              <a:rPr lang="en-US" dirty="0"/>
              <a:t>) – titles and text shown on the plot</a:t>
            </a:r>
          </a:p>
        </p:txBody>
      </p:sp>
    </p:spTree>
    <p:extLst>
      <p:ext uri="{BB962C8B-B14F-4D97-AF65-F5344CB8AC3E}">
        <p14:creationId xmlns:p14="http://schemas.microsoft.com/office/powerpoint/2010/main" val="133461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AD74-21C8-9FA0-146C-E84E6587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57AD29-72A7-6B9E-F1B1-79B3E152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a 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CBCC2-F121-8845-22BA-4605398E3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2" name="Content Placeholder 10">
            <a:extLst>
              <a:ext uri="{FF2B5EF4-FFF2-40B4-BE49-F238E27FC236}">
                <a16:creationId xmlns:a16="http://schemas.microsoft.com/office/drawing/2014/main" id="{71FF336D-0747-1047-573C-30213B6E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0"/>
            <a:ext cx="11119283" cy="4351338"/>
          </a:xfrm>
        </p:spPr>
        <p:txBody>
          <a:bodyPr/>
          <a:lstStyle/>
          <a:p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ggplot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(data = </a:t>
            </a:r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gapminder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) </a:t>
            </a:r>
            <a:r>
              <a:rPr lang="en-US" dirty="0"/>
              <a:t>creates a plot object</a:t>
            </a:r>
          </a:p>
          <a:p>
            <a:r>
              <a:rPr lang="en-US" dirty="0"/>
              <a:t>Data are defined globally</a:t>
            </a:r>
          </a:p>
          <a:p>
            <a:r>
              <a:rPr lang="en-US" dirty="0"/>
              <a:t>No geometry means nothing is drawn</a:t>
            </a:r>
          </a:p>
          <a:p>
            <a:r>
              <a:rPr lang="en-US" dirty="0"/>
              <a:t>Think of this as a blank canvas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INCONSOLATA FOR POWERLINE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17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7F84C-5048-0E7C-13AC-69C998AA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CC37CA-677A-3FBF-7999-55769A97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Aesthetics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6E502-636E-4F3A-2887-269D9EAB2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2" name="Content Placeholder 10">
            <a:extLst>
              <a:ext uri="{FF2B5EF4-FFF2-40B4-BE49-F238E27FC236}">
                <a16:creationId xmlns:a16="http://schemas.microsoft.com/office/drawing/2014/main" id="{ECA5E3CB-6C5D-354A-B4F3-187BAD104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0"/>
            <a:ext cx="11119283" cy="4351338"/>
          </a:xfrm>
        </p:spPr>
        <p:txBody>
          <a:bodyPr/>
          <a:lstStyle/>
          <a:p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aes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() </a:t>
            </a:r>
            <a:r>
              <a:rPr lang="en-US" dirty="0"/>
              <a:t>links data to visuals</a:t>
            </a:r>
          </a:p>
          <a:p>
            <a:r>
              <a:rPr lang="en-US" dirty="0"/>
              <a:t>Common mappings: </a:t>
            </a:r>
            <a:r>
              <a:rPr lang="en-US" b="1" dirty="0">
                <a:solidFill>
                  <a:schemeClr val="accent5"/>
                </a:solidFill>
              </a:rPr>
              <a:t>x</a:t>
            </a:r>
            <a:r>
              <a:rPr lang="en-US" dirty="0"/>
              <a:t>, </a:t>
            </a:r>
            <a:r>
              <a:rPr lang="en-US" b="1" dirty="0">
                <a:solidFill>
                  <a:schemeClr val="accent5"/>
                </a:solidFill>
              </a:rPr>
              <a:t>y</a:t>
            </a:r>
            <a:r>
              <a:rPr lang="en-US" dirty="0"/>
              <a:t>, </a:t>
            </a:r>
            <a:r>
              <a:rPr lang="en-US" b="1" dirty="0">
                <a:solidFill>
                  <a:schemeClr val="accent5"/>
                </a:solidFill>
              </a:rPr>
              <a:t>color</a:t>
            </a:r>
            <a:r>
              <a:rPr lang="en-US" dirty="0"/>
              <a:t>, </a:t>
            </a:r>
            <a:r>
              <a:rPr lang="en-US" b="1" dirty="0">
                <a:solidFill>
                  <a:schemeClr val="accent5"/>
                </a:solidFill>
              </a:rPr>
              <a:t>group</a:t>
            </a:r>
          </a:p>
          <a:p>
            <a:r>
              <a:rPr lang="en-US" dirty="0"/>
              <a:t>Column names are referenced directly</a:t>
            </a:r>
          </a:p>
          <a:p>
            <a:r>
              <a:rPr lang="en-US" dirty="0"/>
              <a:t>Mappings apply to all layers by default</a:t>
            </a:r>
            <a:endParaRPr lang="en-US" dirty="0">
              <a:latin typeface="INCONSOLATA FOR POWERLINE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963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62AC6-D7E5-A35E-D765-D39BD66B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7C0A1D-A458-0CF3-C572-43498BF7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Geometrics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B2BB1-8D39-C571-4098-85DAB1909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2" name="Content Placeholder 10">
            <a:extLst>
              <a:ext uri="{FF2B5EF4-FFF2-40B4-BE49-F238E27FC236}">
                <a16:creationId xmlns:a16="http://schemas.microsoft.com/office/drawing/2014/main" id="{B41B070E-A1A4-D773-8C52-213BB7E7D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0"/>
            <a:ext cx="11119283" cy="4351338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Geoms</a:t>
            </a:r>
            <a:r>
              <a:rPr lang="en-US" dirty="0"/>
              <a:t>” control how data appear</a:t>
            </a:r>
          </a:p>
          <a:p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geom_point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() </a:t>
            </a:r>
            <a:r>
              <a:rPr lang="en-US" dirty="0"/>
              <a:t>for scatterplots</a:t>
            </a:r>
          </a:p>
          <a:p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geom_line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() </a:t>
            </a:r>
            <a:r>
              <a:rPr lang="en-US" dirty="0"/>
              <a:t>for trends over time</a:t>
            </a:r>
          </a:p>
          <a:p>
            <a:r>
              <a:rPr lang="en-US" dirty="0"/>
              <a:t>Layers are added with </a:t>
            </a:r>
            <a:r>
              <a:rPr lang="en-US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+</a:t>
            </a:r>
          </a:p>
          <a:p>
            <a:r>
              <a:rPr lang="en-US" dirty="0"/>
              <a:t>Order of layers matters</a:t>
            </a:r>
          </a:p>
        </p:txBody>
      </p:sp>
    </p:spTree>
    <p:extLst>
      <p:ext uri="{BB962C8B-B14F-4D97-AF65-F5344CB8AC3E}">
        <p14:creationId xmlns:p14="http://schemas.microsoft.com/office/powerpoint/2010/main" val="37238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426B-6D9D-9B7D-94A3-AA32E1DF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A0E0-4B2C-CBE2-3636-B47C987D7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Lunch </a:t>
            </a:r>
            <a:r>
              <a:rPr lang="en-US" dirty="0">
                <a:latin typeface="FONT AWESOME 6 FREE SOLID" panose="02000903000000000000" pitchFamily="2" charset="0"/>
              </a:rPr>
              <a:t>😀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524A4-D86C-5F4B-5E26-088562883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4356261"/>
            <a:ext cx="10182225" cy="208740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i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Get lunch and do it for the plot.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135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A132-D0A2-1DFE-242D-28545CFF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311EC5-A01B-8F84-FAA7-74013578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 &amp;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609BA-5CEB-B099-D4E3-62FFD72A8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2" name="Content Placeholder 10">
            <a:extLst>
              <a:ext uri="{FF2B5EF4-FFF2-40B4-BE49-F238E27FC236}">
                <a16:creationId xmlns:a16="http://schemas.microsoft.com/office/drawing/2014/main" id="{AED73BCD-F798-B48E-03E4-EB28C873B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1" y="1645670"/>
            <a:ext cx="11119283" cy="4351338"/>
          </a:xfrm>
        </p:spPr>
        <p:txBody>
          <a:bodyPr/>
          <a:lstStyle/>
          <a:p>
            <a:r>
              <a:rPr lang="en-US" dirty="0"/>
              <a:t>Scales change how data are displayed</a:t>
            </a:r>
          </a:p>
          <a:p>
            <a:r>
              <a:rPr lang="en-US" dirty="0"/>
              <a:t>Log scales handle skewed distributions</a:t>
            </a:r>
          </a:p>
          <a:p>
            <a:r>
              <a:rPr lang="en-US" b="1" dirty="0">
                <a:solidFill>
                  <a:schemeClr val="accent5"/>
                </a:solidFill>
              </a:rPr>
              <a:t>alpha</a:t>
            </a:r>
            <a:r>
              <a:rPr lang="en-US" dirty="0"/>
              <a:t> helps with overplotting</a:t>
            </a:r>
          </a:p>
          <a:p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geom_smooth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() </a:t>
            </a:r>
            <a:r>
              <a:rPr lang="en-US" dirty="0"/>
              <a:t>overlays models</a:t>
            </a:r>
          </a:p>
          <a:p>
            <a:r>
              <a:rPr lang="en-US" dirty="0"/>
              <a:t>Statistics are just another layer</a:t>
            </a:r>
          </a:p>
        </p:txBody>
      </p:sp>
    </p:spTree>
    <p:extLst>
      <p:ext uri="{BB962C8B-B14F-4D97-AF65-F5344CB8AC3E}">
        <p14:creationId xmlns:p14="http://schemas.microsoft.com/office/powerpoint/2010/main" val="3381708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6875-64BC-F67B-8C18-6F36AB3C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5A8F65-74A4-EEC9-DDA4-4F7C5063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Faceting for Multi-Panel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626DA-B9A4-4906-9928-41841E82A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2" name="Content Placeholder 10">
            <a:extLst>
              <a:ext uri="{FF2B5EF4-FFF2-40B4-BE49-F238E27FC236}">
                <a16:creationId xmlns:a16="http://schemas.microsoft.com/office/drawing/2014/main" id="{D0DB3912-4E27-6460-BEFE-5D8B23CD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4" y="2256780"/>
            <a:ext cx="4950039" cy="2344439"/>
          </a:xfrm>
        </p:spPr>
        <p:txBody>
          <a:bodyPr/>
          <a:lstStyle/>
          <a:p>
            <a:r>
              <a:rPr lang="en-US" dirty="0"/>
              <a:t>Facets split data into panels</a:t>
            </a:r>
          </a:p>
          <a:p>
            <a:r>
              <a:rPr lang="en-US" dirty="0"/>
              <a:t>One panel per group</a:t>
            </a:r>
          </a:p>
          <a:p>
            <a:r>
              <a:rPr lang="en-US" dirty="0"/>
              <a:t>Reduces clutter in dense plots</a:t>
            </a:r>
          </a:p>
          <a:p>
            <a:r>
              <a:rPr lang="en-US" dirty="0"/>
              <a:t>Useful for comparisons across categories</a:t>
            </a:r>
          </a:p>
        </p:txBody>
      </p:sp>
      <p:pic>
        <p:nvPicPr>
          <p:cNvPr id="4102" name="Picture 6" descr="GGPLOT Facet: How to Add Space Between Labels on the Top of the Chart and  the Plot Border - Datanovia">
            <a:extLst>
              <a:ext uri="{FF2B5EF4-FFF2-40B4-BE49-F238E27FC236}">
                <a16:creationId xmlns:a16="http://schemas.microsoft.com/office/drawing/2014/main" id="{05351893-2DEE-21A9-65D4-1A2C95B59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429" y="1939705"/>
            <a:ext cx="5106352" cy="297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681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8B21-B567-0104-3C50-E1DC8CAC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7D0706-6933-85BA-715A-9C685DC0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Labels, Themes, &amp; Exporting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E6A2E-A89A-C256-D205-6449A081E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797FC3-DC33-DA47-95F6-F7EB925D69E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2" name="Content Placeholder 10">
            <a:extLst>
              <a:ext uri="{FF2B5EF4-FFF2-40B4-BE49-F238E27FC236}">
                <a16:creationId xmlns:a16="http://schemas.microsoft.com/office/drawing/2014/main" id="{4C81A7B1-2427-6749-787B-F8F3B7C00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364" y="1868853"/>
            <a:ext cx="5337966" cy="3120294"/>
          </a:xfrm>
        </p:spPr>
        <p:txBody>
          <a:bodyPr/>
          <a:lstStyle/>
          <a:p>
            <a:r>
              <a:rPr lang="en-US" dirty="0"/>
              <a:t>Axis labels should be human-readable</a:t>
            </a:r>
          </a:p>
          <a:p>
            <a:r>
              <a:rPr lang="en-US" dirty="0"/>
              <a:t>Titles and legends clarify intent</a:t>
            </a:r>
          </a:p>
          <a:p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labs() </a:t>
            </a:r>
            <a:r>
              <a:rPr lang="en-US" dirty="0"/>
              <a:t>controls text</a:t>
            </a:r>
          </a:p>
          <a:p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theme() </a:t>
            </a:r>
            <a:r>
              <a:rPr lang="en-US" dirty="0"/>
              <a:t>adjusts appearance</a:t>
            </a:r>
          </a:p>
          <a:p>
            <a:r>
              <a:rPr lang="en-US" b="1" dirty="0" err="1">
                <a:solidFill>
                  <a:schemeClr val="accent5"/>
                </a:solidFill>
                <a:latin typeface="INCONSOLATA FOR POWERLINE" panose="020B0609030003000000" pitchFamily="49" charset="0"/>
              </a:rPr>
              <a:t>ggsave</a:t>
            </a:r>
            <a:r>
              <a:rPr lang="en-US" b="1" dirty="0">
                <a:solidFill>
                  <a:schemeClr val="accent5"/>
                </a:solidFill>
                <a:latin typeface="INCONSOLATA FOR POWERLINE" panose="020B0609030003000000" pitchFamily="49" charset="0"/>
              </a:rPr>
              <a:t>() </a:t>
            </a:r>
            <a:r>
              <a:rPr lang="en-US" dirty="0"/>
              <a:t>writes plots to disk</a:t>
            </a:r>
          </a:p>
          <a:p>
            <a:pPr lvl="1"/>
            <a:r>
              <a:rPr lang="en-US" dirty="0"/>
              <a:t>Control size, resolution, and format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1BDB6C83-858F-4165-645F-B71584C60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8017"/>
            <a:ext cx="5991200" cy="3341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315317"/>
      </p:ext>
    </p:extLst>
  </p:cSld>
  <p:clrMapOvr>
    <a:masterClrMapping/>
  </p:clrMapOvr>
</p:sld>
</file>

<file path=ppt/theme/theme1.xml><?xml version="1.0" encoding="utf-8"?>
<a:theme xmlns:a="http://schemas.openxmlformats.org/drawingml/2006/main" name="UAB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07_python_pandas_plotting" id="{E06C6A6B-43AE-764E-8974-D2E5F2820E52}" vid="{DB6A381B-1BAC-BF44-A9AE-619D6AE379D6}"/>
    </a:ext>
  </a:extLst>
</a:theme>
</file>

<file path=ppt/theme/theme2.xml><?xml version="1.0" encoding="utf-8"?>
<a:theme xmlns:a="http://schemas.openxmlformats.org/drawingml/2006/main" name="1_Office Theme">
  <a:themeElements>
    <a:clrScheme name="UA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6B51"/>
      </a:accent1>
      <a:accent2>
        <a:srgbClr val="285134"/>
      </a:accent2>
      <a:accent3>
        <a:srgbClr val="80BC00"/>
      </a:accent3>
      <a:accent4>
        <a:srgbClr val="FFD300"/>
      </a:accent4>
      <a:accent5>
        <a:srgbClr val="AA9767"/>
      </a:accent5>
      <a:accent6>
        <a:srgbClr val="808285"/>
      </a:accent6>
      <a:hlink>
        <a:srgbClr val="0563C1"/>
      </a:hlink>
      <a:folHlink>
        <a:srgbClr val="954F72"/>
      </a:folHlink>
    </a:clrScheme>
    <a:fontScheme name="Personalizado 5">
      <a:majorFont>
        <a:latin typeface="Proxima Nova Bl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_07_python_pandas_plotting" id="{E06C6A6B-43AE-764E-8974-D2E5F2820E52}" vid="{42CB74EE-741A-4643-AD46-C77E0D88041C}"/>
    </a:ext>
  </a:extLst>
</a:theme>
</file>

<file path=ppt/theme/theme3.xml><?xml version="1.0" encoding="utf-8"?>
<a:theme xmlns:a="http://schemas.openxmlformats.org/drawingml/2006/main" name="2_Office Theme">
  <a:themeElements>
    <a:clrScheme name="UA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6B51"/>
      </a:accent1>
      <a:accent2>
        <a:srgbClr val="285134"/>
      </a:accent2>
      <a:accent3>
        <a:srgbClr val="80BC00"/>
      </a:accent3>
      <a:accent4>
        <a:srgbClr val="FFD300"/>
      </a:accent4>
      <a:accent5>
        <a:srgbClr val="AA9767"/>
      </a:accent5>
      <a:accent6>
        <a:srgbClr val="808285"/>
      </a:accent6>
      <a:hlink>
        <a:srgbClr val="0563C1"/>
      </a:hlink>
      <a:folHlink>
        <a:srgbClr val="954F72"/>
      </a:folHlink>
    </a:clrScheme>
    <a:fontScheme name="Personalizado 5">
      <a:majorFont>
        <a:latin typeface="Proxima Nova Bl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_07_python_pandas_plotting" id="{E06C6A6B-43AE-764E-8974-D2E5F2820E52}" vid="{0CB219FF-45F8-724A-8528-1825F0447FAB}"/>
    </a:ext>
  </a:extLst>
</a:theme>
</file>

<file path=ppt/theme/theme4.xml><?xml version="1.0" encoding="utf-8"?>
<a:theme xmlns:a="http://schemas.openxmlformats.org/drawingml/2006/main" name="3_Office Theme">
  <a:themeElements>
    <a:clrScheme name="UAB">
      <a:dk1>
        <a:srgbClr val="000000"/>
      </a:dk1>
      <a:lt1>
        <a:srgbClr val="FFFFFF"/>
      </a:lt1>
      <a:dk2>
        <a:srgbClr val="7F8285"/>
      </a:dk2>
      <a:lt2>
        <a:srgbClr val="E7E6E6"/>
      </a:lt2>
      <a:accent1>
        <a:srgbClr val="144B38"/>
      </a:accent1>
      <a:accent2>
        <a:srgbClr val="87C309"/>
      </a:accent2>
      <a:accent3>
        <a:srgbClr val="FED503"/>
      </a:accent3>
      <a:accent4>
        <a:srgbClr val="A59263"/>
      </a:accent4>
      <a:accent5>
        <a:srgbClr val="1B345D"/>
      </a:accent5>
      <a:accent6>
        <a:srgbClr val="228DC0"/>
      </a:accent6>
      <a:hlink>
        <a:srgbClr val="1E6A52"/>
      </a:hlink>
      <a:folHlink>
        <a:srgbClr val="954F72"/>
      </a:folHlink>
    </a:clrScheme>
    <a:fontScheme name="Personalizado 5">
      <a:majorFont>
        <a:latin typeface="Proxima Nova Bl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_07_python_pandas_plotting" id="{E06C6A6B-43AE-764E-8974-D2E5F2820E52}" vid="{17988A4F-664F-314E-B97A-004FA48C2FC2}"/>
    </a:ext>
  </a:extLst>
</a:theme>
</file>

<file path=ppt/theme/theme5.xml><?xml version="1.0" encoding="utf-8"?>
<a:theme xmlns:a="http://schemas.openxmlformats.org/drawingml/2006/main" name="4_Office Theme">
  <a:themeElements>
    <a:clrScheme name="UA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6B51"/>
      </a:accent1>
      <a:accent2>
        <a:srgbClr val="285134"/>
      </a:accent2>
      <a:accent3>
        <a:srgbClr val="80BC00"/>
      </a:accent3>
      <a:accent4>
        <a:srgbClr val="FFD300"/>
      </a:accent4>
      <a:accent5>
        <a:srgbClr val="AA9767"/>
      </a:accent5>
      <a:accent6>
        <a:srgbClr val="808285"/>
      </a:accent6>
      <a:hlink>
        <a:srgbClr val="0563C1"/>
      </a:hlink>
      <a:folHlink>
        <a:srgbClr val="954F72"/>
      </a:folHlink>
    </a:clrScheme>
    <a:fontScheme name="Personalizado 5">
      <a:majorFont>
        <a:latin typeface="Proxima Nova Bl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_07_python_pandas_plotting" id="{E06C6A6B-43AE-764E-8974-D2E5F2820E52}" vid="{F609CFC8-9617-334C-BCC2-B28DA5D3BB5C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UAB1</Template>
  <TotalTime>240</TotalTime>
  <Words>492</Words>
  <Application>Microsoft Macintosh PowerPoint</Application>
  <PresentationFormat>Widescreen</PresentationFormat>
  <Paragraphs>109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Century Gothic</vt:lpstr>
      <vt:lpstr>Font Awesome 6 Brands Regular</vt:lpstr>
      <vt:lpstr>FONT AWESOME 6 FREE SOLID</vt:lpstr>
      <vt:lpstr>INCONSOLATA FOR POWERLINE</vt:lpstr>
      <vt:lpstr>Proxima Nova Rg</vt:lpstr>
      <vt:lpstr>PT Sans</vt:lpstr>
      <vt:lpstr>Verdana</vt:lpstr>
      <vt:lpstr>UAB1</vt:lpstr>
      <vt:lpstr>1_Office Theme</vt:lpstr>
      <vt:lpstr>2_Office Theme</vt:lpstr>
      <vt:lpstr>3_Office Theme</vt:lpstr>
      <vt:lpstr>4_Office Theme</vt:lpstr>
      <vt:lpstr>Creating Publication-Quality Graphics with ggplot2</vt:lpstr>
      <vt:lpstr>Today’s Schedule</vt:lpstr>
      <vt:lpstr>Getting Started</vt:lpstr>
      <vt:lpstr>Lesson Objectives</vt:lpstr>
      <vt:lpstr>What is ggplot2?</vt:lpstr>
      <vt:lpstr>Key Terms</vt:lpstr>
      <vt:lpstr>Initializing a Plot</vt:lpstr>
      <vt:lpstr>Mapping Aesthetics</vt:lpstr>
      <vt:lpstr>Adding Geometrics</vt:lpstr>
      <vt:lpstr>Lunch 😀</vt:lpstr>
      <vt:lpstr>Transformations &amp; Statistics</vt:lpstr>
      <vt:lpstr>Faceting for Multi-Panel Plots</vt:lpstr>
      <vt:lpstr>Labels, Themes, &amp; Exporting Plots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Hutchins, Shaurita (Campus)</dc:creator>
  <cp:lastModifiedBy>Hutchins, Shaurita (Campus)</cp:lastModifiedBy>
  <cp:revision>7</cp:revision>
  <dcterms:created xsi:type="dcterms:W3CDTF">2026-01-27T04:44:07Z</dcterms:created>
  <dcterms:modified xsi:type="dcterms:W3CDTF">2026-01-30T20:12:43Z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6b1984-2317-49cb-87b5-77c687f57665_Enabled">
    <vt:lpwstr>true</vt:lpwstr>
  </property>
  <property fmtid="{D5CDD505-2E9C-101B-9397-08002B2CF9AE}" pid="3" name="MSIP_Label_ac6b1984-2317-49cb-87b5-77c687f57665_SetDate">
    <vt:lpwstr>2025-07-09T10:08:13Z</vt:lpwstr>
  </property>
  <property fmtid="{D5CDD505-2E9C-101B-9397-08002B2CF9AE}" pid="4" name="MSIP_Label_ac6b1984-2317-49cb-87b5-77c687f57665_Method">
    <vt:lpwstr>Privileged</vt:lpwstr>
  </property>
  <property fmtid="{D5CDD505-2E9C-101B-9397-08002B2CF9AE}" pid="5" name="MSIP_Label_ac6b1984-2317-49cb-87b5-77c687f57665_Name">
    <vt:lpwstr>Internal</vt:lpwstr>
  </property>
  <property fmtid="{D5CDD505-2E9C-101B-9397-08002B2CF9AE}" pid="6" name="MSIP_Label_ac6b1984-2317-49cb-87b5-77c687f57665_SiteId">
    <vt:lpwstr>44784e6c-ffc6-4a36-8fd8-b99d8edc9109</vt:lpwstr>
  </property>
  <property fmtid="{D5CDD505-2E9C-101B-9397-08002B2CF9AE}" pid="7" name="MSIP_Label_ac6b1984-2317-49cb-87b5-77c687f57665_ActionId">
    <vt:lpwstr>af491372-73e8-4f0b-aa36-f1af30e07016</vt:lpwstr>
  </property>
  <property fmtid="{D5CDD505-2E9C-101B-9397-08002B2CF9AE}" pid="8" name="MSIP_Label_ac6b1984-2317-49cb-87b5-77c687f57665_ContentBits">
    <vt:lpwstr>0</vt:lpwstr>
  </property>
  <property fmtid="{D5CDD505-2E9C-101B-9397-08002B2CF9AE}" pid="9" name="MSIP_Label_ac6b1984-2317-49cb-87b5-77c687f57665_Tag">
    <vt:lpwstr>50, 0, 1, 1</vt:lpwstr>
  </property>
  <property fmtid="{D5CDD505-2E9C-101B-9397-08002B2CF9AE}" pid="10" name="MSIP_Label_ae7542bc-63e5-412b-b0a0-d9586028a7d0_Enabled">
    <vt:lpwstr>true</vt:lpwstr>
  </property>
  <property fmtid="{D5CDD505-2E9C-101B-9397-08002B2CF9AE}" pid="11" name="MSIP_Label_ae7542bc-63e5-412b-b0a0-d9586028a7d0_SetDate">
    <vt:lpwstr>2025-11-25T02:03:34Z</vt:lpwstr>
  </property>
  <property fmtid="{D5CDD505-2E9C-101B-9397-08002B2CF9AE}" pid="12" name="MSIP_Label_ae7542bc-63e5-412b-b0a0-d9586028a7d0_Method">
    <vt:lpwstr>Standard</vt:lpwstr>
  </property>
  <property fmtid="{D5CDD505-2E9C-101B-9397-08002B2CF9AE}" pid="13" name="MSIP_Label_ae7542bc-63e5-412b-b0a0-d9586028a7d0_Name">
    <vt:lpwstr>Sensitive</vt:lpwstr>
  </property>
  <property fmtid="{D5CDD505-2E9C-101B-9397-08002B2CF9AE}" pid="14" name="MSIP_Label_ae7542bc-63e5-412b-b0a0-d9586028a7d0_SiteId">
    <vt:lpwstr>d8999fe4-76af-40b3-b435-1d8977abc08c</vt:lpwstr>
  </property>
  <property fmtid="{D5CDD505-2E9C-101B-9397-08002B2CF9AE}" pid="15" name="MSIP_Label_ae7542bc-63e5-412b-b0a0-d9586028a7d0_ActionId">
    <vt:lpwstr>0eccd736-131c-4cf8-a4db-e1198b9e003c</vt:lpwstr>
  </property>
  <property fmtid="{D5CDD505-2E9C-101B-9397-08002B2CF9AE}" pid="16" name="MSIP_Label_ae7542bc-63e5-412b-b0a0-d9586028a7d0_ContentBits">
    <vt:lpwstr>0</vt:lpwstr>
  </property>
  <property fmtid="{D5CDD505-2E9C-101B-9397-08002B2CF9AE}" pid="17" name="MSIP_Label_ae7542bc-63e5-412b-b0a0-d9586028a7d0_Tag">
    <vt:lpwstr>50, 3, 0, 1</vt:lpwstr>
  </property>
</Properties>
</file>